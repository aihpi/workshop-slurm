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1.jpeg" ContentType="image/jpeg"/>
  <Override PartName="/ppt/media/image2.jpeg" ContentType="image/jpeg"/>
  <Override PartName="/ppt/media/image3.jpeg" ContentType="image/jpeg"/>
  <Override PartName="/ppt/notesSlides/notesSlide2.xml" ContentType="application/vnd.openxmlformats-officedocument.presentationml.notesSlide+xml"/>
  <Override PartName="/ppt/media/image4.jpeg" ContentType="image/jpeg"/>
  <Override PartName="/ppt/charts/chart1.xml" ContentType="application/vnd.openxmlformats-officedocument.drawingml.chart+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5A6065"/>
        </a:solidFill>
        <a:effectLst/>
        <a:uFillTx/>
        <a:latin typeface="Verdana"/>
        <a:ea typeface="Verdana"/>
        <a:cs typeface="Verdana"/>
        <a:sym typeface="Verdana"/>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5A6065"/>
        </a:solidFill>
        <a:effectLst/>
        <a:uFillTx/>
        <a:latin typeface="Verdana"/>
        <a:ea typeface="Verdana"/>
        <a:cs typeface="Verdana"/>
        <a:sym typeface="Verdana"/>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5A6065"/>
        </a:solidFill>
        <a:effectLst/>
        <a:uFillTx/>
        <a:latin typeface="Verdana"/>
        <a:ea typeface="Verdana"/>
        <a:cs typeface="Verdana"/>
        <a:sym typeface="Verdana"/>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5A6065"/>
        </a:solidFill>
        <a:effectLst/>
        <a:uFillTx/>
        <a:latin typeface="Verdana"/>
        <a:ea typeface="Verdana"/>
        <a:cs typeface="Verdana"/>
        <a:sym typeface="Verdana"/>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5A6065"/>
        </a:solidFill>
        <a:effectLst/>
        <a:uFillTx/>
        <a:latin typeface="Verdana"/>
        <a:ea typeface="Verdana"/>
        <a:cs typeface="Verdana"/>
        <a:sym typeface="Verdana"/>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5A6065"/>
        </a:solidFill>
        <a:effectLst/>
        <a:uFillTx/>
        <a:latin typeface="Verdana"/>
        <a:ea typeface="Verdana"/>
        <a:cs typeface="Verdana"/>
        <a:sym typeface="Verdana"/>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5A6065"/>
        </a:solidFill>
        <a:effectLst/>
        <a:uFillTx/>
        <a:latin typeface="Verdana"/>
        <a:ea typeface="Verdana"/>
        <a:cs typeface="Verdana"/>
        <a:sym typeface="Verdana"/>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5A6065"/>
        </a:solidFill>
        <a:effectLst/>
        <a:uFillTx/>
        <a:latin typeface="Verdana"/>
        <a:ea typeface="Verdana"/>
        <a:cs typeface="Verdana"/>
        <a:sym typeface="Verdana"/>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5A6065"/>
        </a:solidFill>
        <a:effectLst/>
        <a:uFillTx/>
        <a:latin typeface="Verdana"/>
        <a:ea typeface="Verdana"/>
        <a:cs typeface="Verdana"/>
        <a:sym typeface="Verdan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Verdana"/>
          <a:ea typeface="Verdana"/>
          <a:cs typeface="Verdana"/>
        </a:font>
        <a:srgbClr val="5A6065"/>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4CACD"/>
          </a:solidFill>
        </a:fill>
      </a:tcStyle>
    </a:wholeTbl>
    <a:band2H>
      <a:tcTxStyle b="def" i="def"/>
      <a:tcStyle>
        <a:tcBdr/>
        <a:fill>
          <a:solidFill>
            <a:srgbClr val="F2E6E7"/>
          </a:solidFill>
        </a:fill>
      </a:tcStyle>
    </a:band2H>
    <a:firstCol>
      <a:tcTxStyle b="on" i="off">
        <a:font>
          <a:latin typeface="Verdana"/>
          <a:ea typeface="Verdana"/>
          <a:cs typeface="Verdan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Verdana"/>
          <a:ea typeface="Verdana"/>
          <a:cs typeface="Verdana"/>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Verdana"/>
          <a:ea typeface="Verdana"/>
          <a:cs typeface="Verdan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Verdana"/>
          <a:ea typeface="Verdana"/>
          <a:cs typeface="Verdana"/>
        </a:font>
        <a:srgbClr val="5A6065"/>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BE1CA"/>
          </a:solidFill>
        </a:fill>
      </a:tcStyle>
    </a:wholeTbl>
    <a:band2H>
      <a:tcTxStyle b="def" i="def"/>
      <a:tcStyle>
        <a:tcBdr/>
        <a:fill>
          <a:solidFill>
            <a:srgbClr val="FDF1E6"/>
          </a:solidFill>
        </a:fill>
      </a:tcStyle>
    </a:band2H>
    <a:firstCol>
      <a:tcTxStyle b="on" i="off">
        <a:font>
          <a:latin typeface="Verdana"/>
          <a:ea typeface="Verdana"/>
          <a:cs typeface="Verdan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Verdana"/>
          <a:ea typeface="Verdana"/>
          <a:cs typeface="Verdana"/>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Verdana"/>
          <a:ea typeface="Verdana"/>
          <a:cs typeface="Verdan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Verdana"/>
          <a:ea typeface="Verdana"/>
          <a:cs typeface="Verdana"/>
        </a:font>
        <a:srgbClr val="5A6065"/>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ADBDC"/>
          </a:solidFill>
        </a:fill>
      </a:tcStyle>
    </a:wholeTbl>
    <a:band2H>
      <a:tcTxStyle b="def" i="def"/>
      <a:tcStyle>
        <a:tcBdr/>
        <a:fill>
          <a:solidFill>
            <a:srgbClr val="EDEEEE"/>
          </a:solidFill>
        </a:fill>
      </a:tcStyle>
    </a:band2H>
    <a:firstCol>
      <a:tcTxStyle b="on" i="off">
        <a:font>
          <a:latin typeface="Verdana"/>
          <a:ea typeface="Verdana"/>
          <a:cs typeface="Verdan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Verdana"/>
          <a:ea typeface="Verdana"/>
          <a:cs typeface="Verdana"/>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Verdana"/>
          <a:ea typeface="Verdana"/>
          <a:cs typeface="Verdan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Verdana"/>
          <a:ea typeface="Verdana"/>
          <a:cs typeface="Verdana"/>
        </a:font>
        <a:srgbClr val="5A6065"/>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9E9EA"/>
          </a:solidFill>
        </a:fill>
      </a:tcStyle>
    </a:wholeTbl>
    <a:band2H>
      <a:tcTxStyle b="def" i="def"/>
      <a:tcStyle>
        <a:tcBdr/>
        <a:fill>
          <a:solidFill>
            <a:srgbClr val="FFFFFF"/>
          </a:solidFill>
        </a:fill>
      </a:tcStyle>
    </a:band2H>
    <a:firstCol>
      <a:tcTxStyle b="on" i="off">
        <a:font>
          <a:latin typeface="Verdana"/>
          <a:ea typeface="Verdana"/>
          <a:cs typeface="Verdan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Verdana"/>
          <a:ea typeface="Verdana"/>
          <a:cs typeface="Verdana"/>
        </a:font>
        <a:srgbClr val="5A6065"/>
      </a:tcTxStyle>
      <a:tcStyle>
        <a:tcBdr>
          <a:left>
            <a:ln w="12700" cap="flat">
              <a:noFill/>
              <a:miter lim="400000"/>
            </a:ln>
          </a:left>
          <a:right>
            <a:ln w="12700" cap="flat">
              <a:noFill/>
              <a:miter lim="400000"/>
            </a:ln>
          </a:right>
          <a:top>
            <a:ln w="50800" cap="flat">
              <a:solidFill>
                <a:srgbClr val="5A6065"/>
              </a:solidFill>
              <a:prstDash val="solid"/>
              <a:round/>
            </a:ln>
          </a:top>
          <a:bottom>
            <a:ln w="25400" cap="flat">
              <a:solidFill>
                <a:srgbClr val="5A6065"/>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Verdana"/>
          <a:ea typeface="Verdana"/>
          <a:cs typeface="Verdana"/>
        </a:font>
        <a:srgbClr val="FFFFFF"/>
      </a:tcTxStyle>
      <a:tcStyle>
        <a:tcBdr>
          <a:left>
            <a:ln w="12700" cap="flat">
              <a:noFill/>
              <a:miter lim="400000"/>
            </a:ln>
          </a:left>
          <a:right>
            <a:ln w="12700" cap="flat">
              <a:noFill/>
              <a:miter lim="400000"/>
            </a:ln>
          </a:right>
          <a:top>
            <a:ln w="25400" cap="flat">
              <a:solidFill>
                <a:srgbClr val="5A6065"/>
              </a:solidFill>
              <a:prstDash val="solid"/>
              <a:round/>
            </a:ln>
          </a:top>
          <a:bottom>
            <a:ln w="25400" cap="flat">
              <a:solidFill>
                <a:srgbClr val="5A6065"/>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Verdana"/>
          <a:ea typeface="Verdana"/>
          <a:cs typeface="Verdana"/>
        </a:font>
        <a:srgbClr val="5A6065"/>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D1D2"/>
          </a:solidFill>
        </a:fill>
      </a:tcStyle>
    </a:wholeTbl>
    <a:band2H>
      <a:tcTxStyle b="def" i="def"/>
      <a:tcStyle>
        <a:tcBdr/>
        <a:fill>
          <a:solidFill>
            <a:srgbClr val="E9E9EA"/>
          </a:solidFill>
        </a:fill>
      </a:tcStyle>
    </a:band2H>
    <a:firstCol>
      <a:tcTxStyle b="on" i="off">
        <a:font>
          <a:latin typeface="Verdana"/>
          <a:ea typeface="Verdana"/>
          <a:cs typeface="Verdan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A6065"/>
          </a:solidFill>
        </a:fill>
      </a:tcStyle>
    </a:firstCol>
    <a:lastRow>
      <a:tcTxStyle b="on" i="off">
        <a:font>
          <a:latin typeface="Verdana"/>
          <a:ea typeface="Verdana"/>
          <a:cs typeface="Verdana"/>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A6065"/>
          </a:solidFill>
        </a:fill>
      </a:tcStyle>
    </a:lastRow>
    <a:firstRow>
      <a:tcTxStyle b="on" i="off">
        <a:font>
          <a:latin typeface="Verdana"/>
          <a:ea typeface="Verdana"/>
          <a:cs typeface="Verdan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A6065"/>
          </a:solidFill>
        </a:fill>
      </a:tcStyle>
    </a:firstRow>
  </a:tblStyle>
  <a:tblStyle styleId="{2708684C-4D16-4618-839F-0558EEFCDFE6}" styleName="">
    <a:tblBg/>
    <a:wholeTbl>
      <a:tcTxStyle b="off" i="off">
        <a:font>
          <a:latin typeface="Verdana"/>
          <a:ea typeface="Verdana"/>
          <a:cs typeface="Verdana"/>
        </a:font>
        <a:srgbClr val="5A6065"/>
      </a:tcTxStyle>
      <a:tcStyle>
        <a:tcBdr>
          <a:left>
            <a:ln w="12700" cap="flat">
              <a:solidFill>
                <a:srgbClr val="5A6065"/>
              </a:solidFill>
              <a:prstDash val="solid"/>
              <a:round/>
            </a:ln>
          </a:left>
          <a:right>
            <a:ln w="12700" cap="flat">
              <a:solidFill>
                <a:srgbClr val="5A6065"/>
              </a:solidFill>
              <a:prstDash val="solid"/>
              <a:round/>
            </a:ln>
          </a:right>
          <a:top>
            <a:ln w="12700" cap="flat">
              <a:solidFill>
                <a:srgbClr val="5A6065"/>
              </a:solidFill>
              <a:prstDash val="solid"/>
              <a:round/>
            </a:ln>
          </a:top>
          <a:bottom>
            <a:ln w="12700" cap="flat">
              <a:solidFill>
                <a:srgbClr val="5A6065"/>
              </a:solidFill>
              <a:prstDash val="solid"/>
              <a:round/>
            </a:ln>
          </a:bottom>
          <a:insideH>
            <a:ln w="12700" cap="flat">
              <a:solidFill>
                <a:srgbClr val="5A6065"/>
              </a:solidFill>
              <a:prstDash val="solid"/>
              <a:round/>
            </a:ln>
          </a:insideH>
          <a:insideV>
            <a:ln w="12700" cap="flat">
              <a:solidFill>
                <a:srgbClr val="5A6065"/>
              </a:solidFill>
              <a:prstDash val="solid"/>
              <a:round/>
            </a:ln>
          </a:insideV>
        </a:tcBdr>
        <a:fill>
          <a:solidFill>
            <a:srgbClr val="5A6065">
              <a:alpha val="20000"/>
            </a:srgbClr>
          </a:solidFill>
        </a:fill>
      </a:tcStyle>
    </a:wholeTbl>
    <a:band2H>
      <a:tcTxStyle b="def" i="def"/>
      <a:tcStyle>
        <a:tcBdr/>
        <a:fill>
          <a:solidFill>
            <a:srgbClr val="FFFFFF"/>
          </a:solidFill>
        </a:fill>
      </a:tcStyle>
    </a:band2H>
    <a:firstCol>
      <a:tcTxStyle b="on" i="off">
        <a:font>
          <a:latin typeface="Verdana"/>
          <a:ea typeface="Verdana"/>
          <a:cs typeface="Verdana"/>
        </a:font>
        <a:srgbClr val="5A6065"/>
      </a:tcTxStyle>
      <a:tcStyle>
        <a:tcBdr>
          <a:left>
            <a:ln w="12700" cap="flat">
              <a:solidFill>
                <a:srgbClr val="5A6065"/>
              </a:solidFill>
              <a:prstDash val="solid"/>
              <a:round/>
            </a:ln>
          </a:left>
          <a:right>
            <a:ln w="12700" cap="flat">
              <a:solidFill>
                <a:srgbClr val="5A6065"/>
              </a:solidFill>
              <a:prstDash val="solid"/>
              <a:round/>
            </a:ln>
          </a:right>
          <a:top>
            <a:ln w="12700" cap="flat">
              <a:solidFill>
                <a:srgbClr val="5A6065"/>
              </a:solidFill>
              <a:prstDash val="solid"/>
              <a:round/>
            </a:ln>
          </a:top>
          <a:bottom>
            <a:ln w="12700" cap="flat">
              <a:solidFill>
                <a:srgbClr val="5A6065"/>
              </a:solidFill>
              <a:prstDash val="solid"/>
              <a:round/>
            </a:ln>
          </a:bottom>
          <a:insideH>
            <a:ln w="12700" cap="flat">
              <a:solidFill>
                <a:srgbClr val="5A6065"/>
              </a:solidFill>
              <a:prstDash val="solid"/>
              <a:round/>
            </a:ln>
          </a:insideH>
          <a:insideV>
            <a:ln w="12700" cap="flat">
              <a:solidFill>
                <a:srgbClr val="5A6065"/>
              </a:solidFill>
              <a:prstDash val="solid"/>
              <a:round/>
            </a:ln>
          </a:insideV>
        </a:tcBdr>
        <a:fill>
          <a:solidFill>
            <a:srgbClr val="5A6065">
              <a:alpha val="20000"/>
            </a:srgbClr>
          </a:solidFill>
        </a:fill>
      </a:tcStyle>
    </a:firstCol>
    <a:lastRow>
      <a:tcTxStyle b="on" i="off">
        <a:font>
          <a:latin typeface="Verdana"/>
          <a:ea typeface="Verdana"/>
          <a:cs typeface="Verdana"/>
        </a:font>
        <a:srgbClr val="5A6065"/>
      </a:tcTxStyle>
      <a:tcStyle>
        <a:tcBdr>
          <a:left>
            <a:ln w="12700" cap="flat">
              <a:solidFill>
                <a:srgbClr val="5A6065"/>
              </a:solidFill>
              <a:prstDash val="solid"/>
              <a:round/>
            </a:ln>
          </a:left>
          <a:right>
            <a:ln w="12700" cap="flat">
              <a:solidFill>
                <a:srgbClr val="5A6065"/>
              </a:solidFill>
              <a:prstDash val="solid"/>
              <a:round/>
            </a:ln>
          </a:right>
          <a:top>
            <a:ln w="50800" cap="flat">
              <a:solidFill>
                <a:srgbClr val="5A6065"/>
              </a:solidFill>
              <a:prstDash val="solid"/>
              <a:round/>
            </a:ln>
          </a:top>
          <a:bottom>
            <a:ln w="12700" cap="flat">
              <a:solidFill>
                <a:srgbClr val="5A6065"/>
              </a:solidFill>
              <a:prstDash val="solid"/>
              <a:round/>
            </a:ln>
          </a:bottom>
          <a:insideH>
            <a:ln w="12700" cap="flat">
              <a:solidFill>
                <a:srgbClr val="5A6065"/>
              </a:solidFill>
              <a:prstDash val="solid"/>
              <a:round/>
            </a:ln>
          </a:insideH>
          <a:insideV>
            <a:ln w="12700" cap="flat">
              <a:solidFill>
                <a:srgbClr val="5A6065"/>
              </a:solidFill>
              <a:prstDash val="solid"/>
              <a:round/>
            </a:ln>
          </a:insideV>
        </a:tcBdr>
        <a:fill>
          <a:noFill/>
        </a:fill>
      </a:tcStyle>
    </a:lastRow>
    <a:firstRow>
      <a:tcTxStyle b="on" i="off">
        <a:font>
          <a:latin typeface="Verdana"/>
          <a:ea typeface="Verdana"/>
          <a:cs typeface="Verdana"/>
        </a:font>
        <a:srgbClr val="5A6065"/>
      </a:tcTxStyle>
      <a:tcStyle>
        <a:tcBdr>
          <a:left>
            <a:ln w="12700" cap="flat">
              <a:solidFill>
                <a:srgbClr val="5A6065"/>
              </a:solidFill>
              <a:prstDash val="solid"/>
              <a:round/>
            </a:ln>
          </a:left>
          <a:right>
            <a:ln w="12700" cap="flat">
              <a:solidFill>
                <a:srgbClr val="5A6065"/>
              </a:solidFill>
              <a:prstDash val="solid"/>
              <a:round/>
            </a:ln>
          </a:right>
          <a:top>
            <a:ln w="12700" cap="flat">
              <a:solidFill>
                <a:srgbClr val="5A6065"/>
              </a:solidFill>
              <a:prstDash val="solid"/>
              <a:round/>
            </a:ln>
          </a:top>
          <a:bottom>
            <a:ln w="25400" cap="flat">
              <a:solidFill>
                <a:srgbClr val="5A6065"/>
              </a:solidFill>
              <a:prstDash val="solid"/>
              <a:round/>
            </a:ln>
          </a:bottom>
          <a:insideH>
            <a:ln w="12700" cap="flat">
              <a:solidFill>
                <a:srgbClr val="5A6065"/>
              </a:solidFill>
              <a:prstDash val="solid"/>
              <a:round/>
            </a:ln>
          </a:insideH>
          <a:insideV>
            <a:ln w="12700" cap="flat">
              <a:solidFill>
                <a:srgbClr val="5A6065"/>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charts/_rels/chart1.xml.rels><?xml version="1.0" encoding="UTF-8"?>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171484"/>
          <c:y val="0.115346"/>
          <c:w val="0.800069"/>
          <c:h val="0.696839"/>
        </c:manualLayout>
      </c:layout>
      <c:lineChart>
        <c:grouping val="standard"/>
        <c:varyColors val="0"/>
        <c:ser>
          <c:idx val="0"/>
          <c:order val="0"/>
          <c:tx>
            <c:strRef>
              <c:f>Sheet1!$A$2</c:f>
              <c:strCache>
                <c:ptCount val="1"/>
                <c:pt idx="0">
                  <c:v>Good Share</c:v>
                </c:pt>
              </c:strCache>
            </c:strRef>
          </c:tx>
          <c:spPr>
            <a:solidFill>
              <a:schemeClr val="accent1"/>
            </a:solidFill>
            <a:ln w="31750" cap="flat">
              <a:solidFill>
                <a:schemeClr val="accent1"/>
              </a:solidFill>
              <a:prstDash val="solid"/>
              <a:miter lim="800000"/>
            </a:ln>
            <a:effectLst/>
          </c:spPr>
          <c:marker>
            <c:symbol val="circle"/>
            <c:size val="7"/>
            <c:spPr>
              <a:solidFill>
                <a:schemeClr val="accent1"/>
              </a:solidFill>
              <a:ln w="6350" cap="flat">
                <a:solidFill>
                  <a:schemeClr val="accent1"/>
                </a:solidFill>
                <a:prstDash val="solid"/>
                <a:miter lim="800000"/>
              </a:ln>
              <a:effectLst/>
            </c:spPr>
          </c:marker>
          <c:dLbls>
            <c:numFmt formatCode="#,##0" sourceLinked="0"/>
            <c:txPr>
              <a:bodyPr/>
              <a:lstStyle/>
              <a:p>
                <a:pPr>
                  <a:defRPr b="0" i="0" strike="noStrike" sz="1800" u="none">
                    <a:solidFill>
                      <a:srgbClr val="5A6065"/>
                    </a:solidFill>
                    <a:latin typeface="Verdana"/>
                  </a:defRPr>
                </a:pPr>
              </a:p>
            </c:txPr>
            <c:dLblPos val="t"/>
            <c:showLegendKey val="0"/>
            <c:showVal val="0"/>
            <c:showCatName val="0"/>
            <c:showSerName val="0"/>
            <c:showPercent val="0"/>
            <c:showBubbleSize val="0"/>
            <c:showLeaderLines val="0"/>
          </c:dLbls>
          <c:cat>
            <c:strRef>
              <c:f>Sheet1!$B$1:$H$1</c:f>
              <c:strCache>
                <c:ptCount val="7"/>
                <c:pt idx="0">
                  <c:v>Mon</c:v>
                </c:pt>
                <c:pt idx="1">
                  <c:v>Tue</c:v>
                </c:pt>
                <c:pt idx="2">
                  <c:v>Wed</c:v>
                </c:pt>
                <c:pt idx="3">
                  <c:v>Thu</c:v>
                </c:pt>
                <c:pt idx="4">
                  <c:v>Fri</c:v>
                </c:pt>
                <c:pt idx="5">
                  <c:v>Sat</c:v>
                </c:pt>
                <c:pt idx="6">
                  <c:v>Sun</c:v>
                </c:pt>
              </c:strCache>
            </c:strRef>
          </c:cat>
          <c:val>
            <c:numRef>
              <c:f>Sheet1!$B$2:$H$2</c:f>
              <c:numCache>
                <c:ptCount val="7"/>
                <c:pt idx="0">
                  <c:v>100.000000</c:v>
                </c:pt>
                <c:pt idx="1">
                  <c:v>90.000000</c:v>
                </c:pt>
                <c:pt idx="2">
                  <c:v>85.000000</c:v>
                </c:pt>
                <c:pt idx="3">
                  <c:v>80.000000</c:v>
                </c:pt>
                <c:pt idx="4">
                  <c:v>75.000000</c:v>
                </c:pt>
                <c:pt idx="5">
                  <c:v>70.000000</c:v>
                </c:pt>
                <c:pt idx="6">
                  <c:v>65.000000</c:v>
                </c:pt>
              </c:numCache>
            </c:numRef>
          </c:val>
          <c:smooth val="0"/>
        </c:ser>
        <c:ser>
          <c:idx val="1"/>
          <c:order val="1"/>
          <c:tx>
            <c:strRef>
              <c:f>Sheet1!$A$3</c:f>
              <c:strCache>
                <c:ptCount val="1"/>
                <c:pt idx="0">
                  <c:v>Bad Share</c:v>
                </c:pt>
              </c:strCache>
            </c:strRef>
          </c:tx>
          <c:spPr>
            <a:solidFill>
              <a:schemeClr val="accent2"/>
            </a:solidFill>
            <a:ln w="31750" cap="flat">
              <a:solidFill>
                <a:schemeClr val="accent2"/>
              </a:solidFill>
              <a:prstDash val="solid"/>
              <a:miter lim="800000"/>
            </a:ln>
            <a:effectLst/>
          </c:spPr>
          <c:marker>
            <c:symbol val="circle"/>
            <c:size val="7"/>
            <c:spPr>
              <a:solidFill>
                <a:schemeClr val="accent2"/>
              </a:solidFill>
              <a:ln w="6350" cap="flat">
                <a:solidFill>
                  <a:schemeClr val="accent2"/>
                </a:solidFill>
                <a:prstDash val="solid"/>
                <a:miter lim="800000"/>
              </a:ln>
              <a:effectLst/>
            </c:spPr>
          </c:marker>
          <c:dLbls>
            <c:numFmt formatCode="#,##0" sourceLinked="0"/>
            <c:txPr>
              <a:bodyPr/>
              <a:lstStyle/>
              <a:p>
                <a:pPr>
                  <a:defRPr b="0" i="0" strike="noStrike" sz="1800" u="none">
                    <a:solidFill>
                      <a:srgbClr val="5A6065"/>
                    </a:solidFill>
                    <a:latin typeface="Verdana"/>
                  </a:defRPr>
                </a:pPr>
              </a:p>
            </c:txPr>
            <c:dLblPos val="t"/>
            <c:showLegendKey val="0"/>
            <c:showVal val="0"/>
            <c:showCatName val="0"/>
            <c:showSerName val="0"/>
            <c:showPercent val="0"/>
            <c:showBubbleSize val="0"/>
            <c:showLeaderLines val="0"/>
          </c:dLbls>
          <c:cat>
            <c:strRef>
              <c:f>Sheet1!$B$1:$H$1</c:f>
              <c:strCache>
                <c:ptCount val="7"/>
                <c:pt idx="0">
                  <c:v>Mon</c:v>
                </c:pt>
                <c:pt idx="1">
                  <c:v>Tue</c:v>
                </c:pt>
                <c:pt idx="2">
                  <c:v>Wed</c:v>
                </c:pt>
                <c:pt idx="3">
                  <c:v>Thu</c:v>
                </c:pt>
                <c:pt idx="4">
                  <c:v>Fri</c:v>
                </c:pt>
                <c:pt idx="5">
                  <c:v>Sat</c:v>
                </c:pt>
                <c:pt idx="6">
                  <c:v>Sun</c:v>
                </c:pt>
              </c:strCache>
            </c:strRef>
          </c:cat>
          <c:val>
            <c:numRef>
              <c:f>Sheet1!$B$3:$H$3</c:f>
              <c:numCache>
                <c:ptCount val="7"/>
                <c:pt idx="0">
                  <c:v>100.000000</c:v>
                </c:pt>
                <c:pt idx="1">
                  <c:v>60.000000</c:v>
                </c:pt>
                <c:pt idx="2">
                  <c:v>30.000000</c:v>
                </c:pt>
                <c:pt idx="3">
                  <c:v>15.000000</c:v>
                </c:pt>
                <c:pt idx="4">
                  <c:v>10.000000</c:v>
                </c:pt>
                <c:pt idx="5">
                  <c:v>25.000000</c:v>
                </c:pt>
                <c:pt idx="6">
                  <c:v>50.000000</c:v>
                </c:pt>
              </c:numCache>
            </c:numRef>
          </c:val>
          <c:smooth val="0"/>
        </c:ser>
        <c:marker val="1"/>
        <c:axId val="2094734552"/>
        <c:axId val="2094734553"/>
      </c:lineChart>
      <c:catAx>
        <c:axId val="2094734552"/>
        <c:scaling>
          <c:orientation val="minMax"/>
        </c:scaling>
        <c:delete val="0"/>
        <c:axPos val="b"/>
        <c:numFmt formatCode="General" sourceLinked="0"/>
        <c:majorTickMark val="out"/>
        <c:minorTickMark val="none"/>
        <c:tickLblPos val="low"/>
        <c:spPr>
          <a:ln w="12700" cap="flat">
            <a:noFill/>
            <a:miter lim="400000"/>
          </a:ln>
        </c:spPr>
        <c:txPr>
          <a:bodyPr rot="0"/>
          <a:lstStyle/>
          <a:p>
            <a:pPr>
              <a:defRPr b="0" i="0" strike="noStrike" sz="1800" u="none">
                <a:solidFill>
                  <a:srgbClr val="5A6065"/>
                </a:solidFill>
                <a:latin typeface="Verdana"/>
              </a:defRPr>
            </a:pPr>
          </a:p>
        </c:txPr>
        <c:crossAx val="2094734553"/>
        <c:crosses val="autoZero"/>
        <c:auto val="1"/>
        <c:lblAlgn val="ctr"/>
        <c:noMultiLvlLbl val="1"/>
      </c:catAx>
      <c:valAx>
        <c:axId val="2094734553"/>
        <c:scaling>
          <c:orientation val="minMax"/>
        </c:scaling>
        <c:delete val="0"/>
        <c:axPos val="l"/>
        <c:majorGridlines>
          <c:spPr>
            <a:ln w="12700" cap="flat">
              <a:solidFill>
                <a:srgbClr val="999C9E"/>
              </a:solidFill>
              <a:prstDash val="solid"/>
              <a:miter lim="800000"/>
            </a:ln>
          </c:spPr>
        </c:majorGridlines>
        <c:title>
          <c:tx>
            <c:rich>
              <a:bodyPr rot="-5400000"/>
              <a:lstStyle/>
              <a:p>
                <a:pPr>
                  <a:defRPr b="0" i="0" strike="noStrike" sz="1800" u="none">
                    <a:solidFill>
                      <a:srgbClr val="5A6065"/>
                    </a:solidFill>
                    <a:latin typeface="Verdana"/>
                  </a:defRPr>
                </a:pPr>
                <a:r>
                  <a:rPr b="0" i="0" strike="noStrike" sz="1800" u="none">
                    <a:solidFill>
                      <a:srgbClr val="5A6065"/>
                    </a:solidFill>
                    <a:latin typeface="Verdana"/>
                  </a:rPr>
                  <a:t>Priority (0-100)</a:t>
                </a:r>
              </a:p>
            </c:rich>
          </c:tx>
          <c:layout/>
          <c:overlay val="1"/>
        </c:title>
        <c:numFmt formatCode="General" sourceLinked="0"/>
        <c:majorTickMark val="out"/>
        <c:minorTickMark val="none"/>
        <c:tickLblPos val="nextTo"/>
        <c:spPr>
          <a:ln w="12700" cap="flat">
            <a:noFill/>
            <a:miter lim="400000"/>
          </a:ln>
        </c:spPr>
        <c:txPr>
          <a:bodyPr rot="0"/>
          <a:lstStyle/>
          <a:p>
            <a:pPr>
              <a:defRPr b="0" i="0" strike="noStrike" sz="1800" u="none">
                <a:solidFill>
                  <a:srgbClr val="5A6065"/>
                </a:solidFill>
                <a:latin typeface="Verdana"/>
              </a:defRPr>
            </a:pPr>
          </a:p>
        </c:txPr>
        <c:crossAx val="2094734552"/>
        <c:crosses val="autoZero"/>
        <c:crossBetween val="midCat"/>
        <c:majorUnit val="25"/>
        <c:minorUnit val="12.5"/>
      </c:valAx>
      <c:spPr>
        <a:noFill/>
        <a:ln w="12700" cap="flat">
          <a:noFill/>
          <a:miter lim="400000"/>
        </a:ln>
        <a:effectLst/>
      </c:spPr>
    </c:plotArea>
    <c:legend>
      <c:legendPos val="r"/>
      <c:layout>
        <c:manualLayout>
          <c:xMode val="edge"/>
          <c:yMode val="edge"/>
          <c:x val="0.740519"/>
          <c:y val="0.0176197"/>
          <c:w val="0.24595"/>
          <c:h val="0.255692"/>
        </c:manualLayout>
      </c:layout>
      <c:overlay val="1"/>
      <c:spPr>
        <a:noFill/>
        <a:ln w="12700" cap="flat">
          <a:noFill/>
          <a:miter lim="400000"/>
        </a:ln>
        <a:effectLst/>
      </c:spPr>
      <c:txPr>
        <a:bodyPr rot="0"/>
        <a:lstStyle/>
        <a:p>
          <a:pPr>
            <a:defRPr b="0" i="0" strike="noStrike" sz="1800" u="none">
              <a:solidFill>
                <a:srgbClr val="5A6065"/>
              </a:solidFill>
              <a:latin typeface="Verdana"/>
            </a:defRPr>
          </a:pPr>
        </a:p>
      </c:txPr>
    </c:legend>
    <c:plotVisOnly val="1"/>
    <c:dispBlanksAs val="gap"/>
  </c:chart>
  <c:spPr>
    <a:noFill/>
    <a:ln>
      <a:noFill/>
    </a:ln>
    <a:effectLst/>
  </c:spPr>
  <c:externalData r:id="rId1">
    <c:autoUpdate val="0"/>
  </c:externalData>
</c:chartSpace>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292" name="Shape 292"/>
          <p:cNvSpPr/>
          <p:nvPr>
            <p:ph type="sldImg"/>
          </p:nvPr>
        </p:nvSpPr>
        <p:spPr>
          <a:xfrm>
            <a:off x="1143000" y="685800"/>
            <a:ext cx="4572000" cy="3429000"/>
          </a:xfrm>
          <a:prstGeom prst="rect">
            <a:avLst/>
          </a:prstGeom>
        </p:spPr>
        <p:txBody>
          <a:bodyPr/>
          <a:lstStyle/>
          <a:p>
            <a:pPr/>
          </a:p>
        </p:txBody>
      </p:sp>
      <p:sp>
        <p:nvSpPr>
          <p:cNvPr id="293" name="Shape 29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2" name="Shape 302"/>
          <p:cNvSpPr/>
          <p:nvPr>
            <p:ph type="sldImg"/>
          </p:nvPr>
        </p:nvSpPr>
        <p:spPr>
          <a:prstGeom prst="rect">
            <a:avLst/>
          </a:prstGeom>
        </p:spPr>
        <p:txBody>
          <a:bodyPr/>
          <a:lstStyle/>
          <a:p>
            <a:pPr/>
          </a:p>
        </p:txBody>
      </p:sp>
      <p:sp>
        <p:nvSpPr>
          <p:cNvPr id="303" name="Shape 303"/>
          <p:cNvSpPr/>
          <p:nvPr>
            <p:ph type="body" sz="quarter" idx="1"/>
          </p:nvPr>
        </p:nvSpPr>
        <p:spPr>
          <a:prstGeom prst="rect">
            <a:avLst/>
          </a:prstGeom>
        </p:spPr>
        <p:txBody>
          <a:bodyPr/>
          <a:lstStyle>
            <a:lvl1pPr>
              <a:defRPr sz="1600"/>
            </a:lvl1pPr>
          </a:lstStyle>
          <a:p>
            <a:pPr/>
            <a:r>
              <a:t>Sie kennen das: Man sucht ewig im Netz oder in eigenen PDFs, nur um einen Text zu schreiben oder zu verbessern. Könnten KI-Modelle das nicht übernehmen? Genau das schauen wir uns in ‚Chatbots leicht gemacht – Große Sprachmodelle einfach nutzen‘ an.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2" name="Shape 422"/>
          <p:cNvSpPr/>
          <p:nvPr>
            <p:ph type="sldImg"/>
          </p:nvPr>
        </p:nvSpPr>
        <p:spPr>
          <a:prstGeom prst="rect">
            <a:avLst/>
          </a:prstGeom>
        </p:spPr>
        <p:txBody>
          <a:bodyPr/>
          <a:lstStyle/>
          <a:p>
            <a:pPr/>
          </a:p>
        </p:txBody>
      </p:sp>
      <p:sp>
        <p:nvSpPr>
          <p:cNvPr id="423" name="Shape 423"/>
          <p:cNvSpPr/>
          <p:nvPr>
            <p:ph type="body" sz="quarter" idx="1"/>
          </p:nvPr>
        </p:nvSpPr>
        <p:spPr>
          <a:prstGeom prst="rect">
            <a:avLst/>
          </a:prstGeom>
        </p:spPr>
        <p:txBody>
          <a:bodyPr/>
          <a:lstStyle/>
          <a:p>
            <a:pPr/>
            <a:r>
              <a:t>Damit Sie wissen, wohin die Reise geht: Zuerst klären wir die Motivation. Warum überhaupt Chatbots? Und dann die Kompetenzen, die Sie hier mitnehmen. Danach stelle ich die Werkzeuge vor und zeige eine kurze Demo. Zum Schluss erkläre ich, wie der Kurs aufgebaut ist. </a:t>
            </a:r>
          </a:p>
          <a:p>
            <a:pPr/>
            <a:r>
              <a:t>Beginnen wir also mit Punkt eins – der Motivation.</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2.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elfolie">
    <p:spTree>
      <p:nvGrpSpPr>
        <p:cNvPr id="1" name=""/>
        <p:cNvGrpSpPr/>
        <p:nvPr/>
      </p:nvGrpSpPr>
      <p:grpSpPr>
        <a:xfrm>
          <a:off x="0" y="0"/>
          <a:ext cx="0" cy="0"/>
          <a:chOff x="0" y="0"/>
          <a:chExt cx="0" cy="0"/>
        </a:xfrm>
      </p:grpSpPr>
      <p:sp>
        <p:nvSpPr>
          <p:cNvPr id="13" name="Title of presentation"/>
          <p:cNvSpPr txBox="1"/>
          <p:nvPr>
            <p:ph type="title" hasCustomPrompt="1"/>
          </p:nvPr>
        </p:nvSpPr>
        <p:spPr>
          <a:xfrm>
            <a:off x="450000" y="941194"/>
            <a:ext cx="7523878" cy="1080001"/>
          </a:xfrm>
          <a:prstGeom prst="rect">
            <a:avLst/>
          </a:prstGeom>
        </p:spPr>
        <p:txBody>
          <a:bodyPr anchor="b"/>
          <a:lstStyle>
            <a:lvl1pPr>
              <a:lnSpc>
                <a:spcPts val="3800"/>
              </a:lnSpc>
              <a:defRPr sz="3200"/>
            </a:lvl1pPr>
          </a:lstStyle>
          <a:p>
            <a:pPr/>
            <a:r>
              <a:t>Title of presentation</a:t>
            </a:r>
          </a:p>
        </p:txBody>
      </p:sp>
      <p:pic>
        <p:nvPicPr>
          <p:cNvPr id="14" name="Grafik 13" descr="Grafik 13"/>
          <p:cNvPicPr>
            <a:picLocks noChangeAspect="1"/>
          </p:cNvPicPr>
          <p:nvPr/>
        </p:nvPicPr>
        <p:blipFill>
          <a:blip r:embed="rId2">
            <a:extLst/>
          </a:blip>
          <a:stretch>
            <a:fillRect/>
          </a:stretch>
        </p:blipFill>
        <p:spPr>
          <a:xfrm>
            <a:off x="434471" y="5609578"/>
            <a:ext cx="2229231" cy="828001"/>
          </a:xfrm>
          <a:prstGeom prst="rect">
            <a:avLst/>
          </a:prstGeom>
          <a:ln w="12700">
            <a:miter lim="400000"/>
          </a:ln>
        </p:spPr>
      </p:pic>
      <p:sp>
        <p:nvSpPr>
          <p:cNvPr id="15" name="Body Level One…"/>
          <p:cNvSpPr txBox="1"/>
          <p:nvPr>
            <p:ph type="body" sz="quarter" idx="1" hasCustomPrompt="1"/>
          </p:nvPr>
        </p:nvSpPr>
        <p:spPr>
          <a:xfrm>
            <a:off x="450000" y="2503145"/>
            <a:ext cx="7546244" cy="755134"/>
          </a:xfrm>
          <a:prstGeom prst="rect">
            <a:avLst/>
          </a:prstGeom>
        </p:spPr>
        <p:txBody>
          <a:bodyPr/>
          <a:lstStyle>
            <a:lvl1pPr marL="0" indent="0">
              <a:lnSpc>
                <a:spcPts val="2800"/>
              </a:lnSpc>
              <a:buClrTx/>
              <a:buSzTx/>
              <a:buNone/>
              <a:defRPr sz="2400"/>
            </a:lvl1pPr>
            <a:lvl2pPr marL="0" indent="457200">
              <a:lnSpc>
                <a:spcPts val="2800"/>
              </a:lnSpc>
              <a:buClrTx/>
              <a:buSzTx/>
              <a:buNone/>
              <a:defRPr sz="2400"/>
            </a:lvl2pPr>
            <a:lvl3pPr marL="0" indent="914400">
              <a:lnSpc>
                <a:spcPts val="2800"/>
              </a:lnSpc>
              <a:buClrTx/>
              <a:buSzTx/>
              <a:buNone/>
              <a:defRPr sz="2400"/>
            </a:lvl3pPr>
            <a:lvl4pPr marL="0" indent="1371600">
              <a:lnSpc>
                <a:spcPts val="2800"/>
              </a:lnSpc>
              <a:buClrTx/>
              <a:buSzTx/>
              <a:buNone/>
              <a:defRPr sz="2400"/>
            </a:lvl4pPr>
            <a:lvl5pPr marL="0" indent="1828800">
              <a:lnSpc>
                <a:spcPts val="2800"/>
              </a:lnSpc>
              <a:buClrTx/>
              <a:buSzTx/>
              <a:buNone/>
              <a:defRPr sz="2400"/>
            </a:lvl5pPr>
          </a:lstStyle>
          <a:p>
            <a:pPr/>
            <a:r>
              <a:t>Subtitlemaximum two lines</a:t>
            </a:r>
          </a:p>
          <a:p>
            <a:pPr lvl="1"/>
            <a:r>
              <a:t/>
            </a:r>
          </a:p>
          <a:p>
            <a:pPr lvl="2"/>
            <a:r>
              <a:t/>
            </a:r>
          </a:p>
          <a:p>
            <a:pPr lvl="3"/>
            <a:r>
              <a:t/>
            </a:r>
          </a:p>
          <a:p>
            <a:pPr lvl="4"/>
            <a:r>
              <a:t/>
            </a:r>
          </a:p>
        </p:txBody>
      </p:sp>
      <p:pic>
        <p:nvPicPr>
          <p:cNvPr id="16" name="Grafik 9" descr="Grafik 9"/>
          <p:cNvPicPr>
            <a:picLocks noChangeAspect="1"/>
          </p:cNvPicPr>
          <p:nvPr/>
        </p:nvPicPr>
        <p:blipFill>
          <a:blip r:embed="rId3">
            <a:extLst/>
          </a:blip>
          <a:srcRect l="0" t="0" r="12216" b="7183"/>
          <a:stretch>
            <a:fillRect/>
          </a:stretch>
        </p:blipFill>
        <p:spPr>
          <a:xfrm>
            <a:off x="5593831" y="3624398"/>
            <a:ext cx="6598170" cy="3233603"/>
          </a:xfrm>
          <a:prstGeom prst="rect">
            <a:avLst/>
          </a:prstGeom>
          <a:ln w="12700">
            <a:miter lim="400000"/>
          </a:ln>
        </p:spPr>
      </p:pic>
      <p:sp>
        <p:nvSpPr>
          <p:cNvPr id="17" name="Textplatzhalter 10"/>
          <p:cNvSpPr/>
          <p:nvPr>
            <p:ph type="body" sz="quarter" idx="21" hasCustomPrompt="1"/>
          </p:nvPr>
        </p:nvSpPr>
        <p:spPr>
          <a:xfrm>
            <a:off x="450000" y="3286133"/>
            <a:ext cx="5145091" cy="1258880"/>
          </a:xfrm>
          <a:prstGeom prst="rect">
            <a:avLst/>
          </a:prstGeom>
        </p:spPr>
        <p:txBody>
          <a:bodyPr/>
          <a:lstStyle>
            <a:lvl1pPr marL="0" indent="0">
              <a:buClrTx/>
              <a:buSzTx/>
              <a:buNone/>
            </a:lvl1pPr>
          </a:lstStyle>
          <a:p>
            <a:pPr/>
            <a:r>
              <a:t>Author, etc.</a:t>
            </a:r>
          </a:p>
        </p:txBody>
      </p:sp>
      <p:sp>
        <p:nvSpPr>
          <p:cNvPr id="18" name="Freeform 5"/>
          <p:cNvSpPr/>
          <p:nvPr/>
        </p:nvSpPr>
        <p:spPr>
          <a:xfrm>
            <a:off x="10087640" y="423064"/>
            <a:ext cx="1580342" cy="558932"/>
          </a:xfrm>
          <a:prstGeom prst="rect">
            <a:avLst/>
          </a:prstGeom>
          <a:blipFill>
            <a:blip r:embed="rId4"/>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pic>
        <p:nvPicPr>
          <p:cNvPr id="19" name="Picture 9" descr="Picture 9"/>
          <p:cNvPicPr>
            <a:picLocks noChangeAspect="1"/>
          </p:cNvPicPr>
          <p:nvPr/>
        </p:nvPicPr>
        <p:blipFill>
          <a:blip r:embed="rId5">
            <a:extLst/>
          </a:blip>
          <a:stretch>
            <a:fillRect/>
          </a:stretch>
        </p:blipFill>
        <p:spPr>
          <a:xfrm>
            <a:off x="9832023" y="1018337"/>
            <a:ext cx="2091576" cy="1397666"/>
          </a:xfrm>
          <a:prstGeom prst="rect">
            <a:avLst/>
          </a:prstGeom>
          <a:ln w="12700">
            <a:miter lim="400000"/>
          </a:ln>
        </p:spPr>
      </p:pic>
      <p:sp>
        <p:nvSpPr>
          <p:cNvPr id="20" name="Slide Number"/>
          <p:cNvSpPr txBox="1"/>
          <p:nvPr>
            <p:ph type="sldNum" sz="quarter" idx="2"/>
          </p:nvPr>
        </p:nvSpPr>
        <p:spPr>
          <a:xfrm>
            <a:off x="5892800" y="6172200"/>
            <a:ext cx="2844800" cy="3683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 Slide 1">
    <p:spTree>
      <p:nvGrpSpPr>
        <p:cNvPr id="1" name=""/>
        <p:cNvGrpSpPr/>
        <p:nvPr/>
      </p:nvGrpSpPr>
      <p:grpSpPr>
        <a:xfrm>
          <a:off x="0" y="0"/>
          <a:ext cx="0" cy="0"/>
          <a:chOff x="0" y="0"/>
          <a:chExt cx="0" cy="0"/>
        </a:xfrm>
      </p:grpSpPr>
      <p:pic>
        <p:nvPicPr>
          <p:cNvPr id="27" name="Grafik 8" descr="Grafik 8"/>
          <p:cNvPicPr>
            <a:picLocks noChangeAspect="1"/>
          </p:cNvPicPr>
          <p:nvPr/>
        </p:nvPicPr>
        <p:blipFill>
          <a:blip r:embed="rId2">
            <a:extLst/>
          </a:blip>
          <a:stretch>
            <a:fillRect/>
          </a:stretch>
        </p:blipFill>
        <p:spPr>
          <a:xfrm>
            <a:off x="4776201" y="1737349"/>
            <a:ext cx="7415800" cy="5120651"/>
          </a:xfrm>
          <a:prstGeom prst="rect">
            <a:avLst/>
          </a:prstGeom>
          <a:ln w="12700">
            <a:miter lim="400000"/>
          </a:ln>
        </p:spPr>
      </p:pic>
      <p:pic>
        <p:nvPicPr>
          <p:cNvPr id="28" name="Grafik 11" descr="Grafik 11"/>
          <p:cNvPicPr>
            <a:picLocks noChangeAspect="1"/>
          </p:cNvPicPr>
          <p:nvPr/>
        </p:nvPicPr>
        <p:blipFill>
          <a:blip r:embed="rId3">
            <a:extLst/>
          </a:blip>
          <a:stretch>
            <a:fillRect/>
          </a:stretch>
        </p:blipFill>
        <p:spPr>
          <a:xfrm>
            <a:off x="434471" y="5609578"/>
            <a:ext cx="2229231" cy="828001"/>
          </a:xfrm>
          <a:prstGeom prst="rect">
            <a:avLst/>
          </a:prstGeom>
          <a:ln w="12700">
            <a:miter lim="400000"/>
          </a:ln>
        </p:spPr>
      </p:pic>
      <p:sp>
        <p:nvSpPr>
          <p:cNvPr id="29" name="Title of section"/>
          <p:cNvSpPr txBox="1"/>
          <p:nvPr>
            <p:ph type="title" hasCustomPrompt="1"/>
          </p:nvPr>
        </p:nvSpPr>
        <p:spPr>
          <a:xfrm>
            <a:off x="450000" y="941194"/>
            <a:ext cx="7523878" cy="1080001"/>
          </a:xfrm>
          <a:prstGeom prst="rect">
            <a:avLst/>
          </a:prstGeom>
        </p:spPr>
        <p:txBody>
          <a:bodyPr anchor="b"/>
          <a:lstStyle>
            <a:lvl1pPr>
              <a:lnSpc>
                <a:spcPts val="3800"/>
              </a:lnSpc>
              <a:defRPr sz="3200"/>
            </a:lvl1pPr>
          </a:lstStyle>
          <a:p>
            <a:pPr/>
            <a:r>
              <a:t>Title of section</a:t>
            </a:r>
          </a:p>
        </p:txBody>
      </p:sp>
      <p:sp>
        <p:nvSpPr>
          <p:cNvPr id="30" name="Body Level One…"/>
          <p:cNvSpPr txBox="1"/>
          <p:nvPr>
            <p:ph type="body" sz="quarter" idx="1" hasCustomPrompt="1"/>
          </p:nvPr>
        </p:nvSpPr>
        <p:spPr>
          <a:xfrm>
            <a:off x="450000" y="2503145"/>
            <a:ext cx="7546244" cy="755134"/>
          </a:xfrm>
          <a:prstGeom prst="rect">
            <a:avLst/>
          </a:prstGeom>
        </p:spPr>
        <p:txBody>
          <a:bodyPr/>
          <a:lstStyle>
            <a:lvl1pPr marL="0" indent="0">
              <a:lnSpc>
                <a:spcPts val="2800"/>
              </a:lnSpc>
              <a:buClrTx/>
              <a:buSzTx/>
              <a:buNone/>
              <a:defRPr sz="2400"/>
            </a:lvl1pPr>
            <a:lvl2pPr marL="0" indent="457200">
              <a:lnSpc>
                <a:spcPts val="2800"/>
              </a:lnSpc>
              <a:buClrTx/>
              <a:buSzTx/>
              <a:buNone/>
              <a:defRPr sz="2400"/>
            </a:lvl2pPr>
            <a:lvl3pPr marL="0" indent="914400">
              <a:lnSpc>
                <a:spcPts val="2800"/>
              </a:lnSpc>
              <a:buClrTx/>
              <a:buSzTx/>
              <a:buNone/>
              <a:defRPr sz="2400"/>
            </a:lvl3pPr>
            <a:lvl4pPr marL="0" indent="1371600">
              <a:lnSpc>
                <a:spcPts val="2800"/>
              </a:lnSpc>
              <a:buClrTx/>
              <a:buSzTx/>
              <a:buNone/>
              <a:defRPr sz="2400"/>
            </a:lvl4pPr>
            <a:lvl5pPr marL="0" indent="1828800">
              <a:lnSpc>
                <a:spcPts val="2800"/>
              </a:lnSpc>
              <a:buClrTx/>
              <a:buSzTx/>
              <a:buNone/>
              <a:defRPr sz="2400"/>
            </a:lvl5pPr>
          </a:lstStyle>
          <a:p>
            <a:pPr/>
            <a:r>
              <a:t>Subtitlemaximum two lines</a:t>
            </a:r>
          </a:p>
          <a:p>
            <a:pPr lvl="1"/>
            <a:r>
              <a:t/>
            </a:r>
          </a:p>
          <a:p>
            <a:pPr lvl="2"/>
            <a:r>
              <a:t/>
            </a:r>
          </a:p>
          <a:p>
            <a:pPr lvl="3"/>
            <a:r>
              <a:t/>
            </a:r>
          </a:p>
          <a:p>
            <a:pPr lvl="4"/>
            <a:r>
              <a:t/>
            </a:r>
          </a:p>
        </p:txBody>
      </p:sp>
      <p:sp>
        <p:nvSpPr>
          <p:cNvPr id="31" name="Textplatzhalter 10"/>
          <p:cNvSpPr/>
          <p:nvPr>
            <p:ph type="body" sz="quarter" idx="21" hasCustomPrompt="1"/>
          </p:nvPr>
        </p:nvSpPr>
        <p:spPr>
          <a:xfrm>
            <a:off x="450000" y="3286133"/>
            <a:ext cx="5145091" cy="1258880"/>
          </a:xfrm>
          <a:prstGeom prst="rect">
            <a:avLst/>
          </a:prstGeom>
        </p:spPr>
        <p:txBody>
          <a:bodyPr/>
          <a:lstStyle>
            <a:lvl1pPr marL="0" indent="0">
              <a:buClrTx/>
              <a:buSzTx/>
              <a:buNone/>
            </a:lvl1pPr>
          </a:lstStyle>
          <a:p>
            <a:pPr/>
            <a:r>
              <a:t>Author, etc.</a:t>
            </a:r>
          </a:p>
        </p:txBody>
      </p:sp>
      <p:sp>
        <p:nvSpPr>
          <p:cNvPr id="32" name="Freeform 5"/>
          <p:cNvSpPr/>
          <p:nvPr/>
        </p:nvSpPr>
        <p:spPr>
          <a:xfrm>
            <a:off x="10087640" y="423064"/>
            <a:ext cx="1580342" cy="558932"/>
          </a:xfrm>
          <a:prstGeom prst="rect">
            <a:avLst/>
          </a:prstGeom>
          <a:blipFill>
            <a:blip r:embed="rId4"/>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pic>
        <p:nvPicPr>
          <p:cNvPr id="33" name="Picture 9" descr="Picture 9"/>
          <p:cNvPicPr>
            <a:picLocks noChangeAspect="1"/>
          </p:cNvPicPr>
          <p:nvPr/>
        </p:nvPicPr>
        <p:blipFill>
          <a:blip r:embed="rId5">
            <a:extLst/>
          </a:blip>
          <a:stretch>
            <a:fillRect/>
          </a:stretch>
        </p:blipFill>
        <p:spPr>
          <a:xfrm>
            <a:off x="9832023" y="1018337"/>
            <a:ext cx="2091576" cy="1397666"/>
          </a:xfrm>
          <a:prstGeom prst="rect">
            <a:avLst/>
          </a:prstGeom>
          <a:ln w="12700">
            <a:miter lim="400000"/>
          </a:ln>
        </p:spPr>
      </p:pic>
      <p:sp>
        <p:nvSpPr>
          <p:cNvPr id="34" name="Slide Number"/>
          <p:cNvSpPr txBox="1"/>
          <p:nvPr>
            <p:ph type="sldNum" sz="quarter" idx="2"/>
          </p:nvPr>
        </p:nvSpPr>
        <p:spPr>
          <a:xfrm>
            <a:off x="5892800" y="6172200"/>
            <a:ext cx="2844800" cy="3683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 Slide 2">
    <p:spTree>
      <p:nvGrpSpPr>
        <p:cNvPr id="1" name=""/>
        <p:cNvGrpSpPr/>
        <p:nvPr/>
      </p:nvGrpSpPr>
      <p:grpSpPr>
        <a:xfrm>
          <a:off x="0" y="0"/>
          <a:ext cx="0" cy="0"/>
          <a:chOff x="0" y="0"/>
          <a:chExt cx="0" cy="0"/>
        </a:xfrm>
      </p:grpSpPr>
      <p:pic>
        <p:nvPicPr>
          <p:cNvPr id="41" name="Grafik 10" descr="Grafik 10"/>
          <p:cNvPicPr>
            <a:picLocks noChangeAspect="1"/>
          </p:cNvPicPr>
          <p:nvPr/>
        </p:nvPicPr>
        <p:blipFill>
          <a:blip r:embed="rId2">
            <a:extLst/>
          </a:blip>
          <a:stretch>
            <a:fillRect/>
          </a:stretch>
        </p:blipFill>
        <p:spPr>
          <a:xfrm>
            <a:off x="4775999" y="2104152"/>
            <a:ext cx="7416001" cy="4753848"/>
          </a:xfrm>
          <a:prstGeom prst="rect">
            <a:avLst/>
          </a:prstGeom>
          <a:ln w="12700">
            <a:miter lim="400000"/>
          </a:ln>
        </p:spPr>
      </p:pic>
      <p:pic>
        <p:nvPicPr>
          <p:cNvPr id="42" name="Grafik 11" descr="Grafik 11"/>
          <p:cNvPicPr>
            <a:picLocks noChangeAspect="1"/>
          </p:cNvPicPr>
          <p:nvPr/>
        </p:nvPicPr>
        <p:blipFill>
          <a:blip r:embed="rId3">
            <a:extLst/>
          </a:blip>
          <a:stretch>
            <a:fillRect/>
          </a:stretch>
        </p:blipFill>
        <p:spPr>
          <a:xfrm>
            <a:off x="434471" y="5609578"/>
            <a:ext cx="2229231" cy="828001"/>
          </a:xfrm>
          <a:prstGeom prst="rect">
            <a:avLst/>
          </a:prstGeom>
          <a:ln w="12700">
            <a:miter lim="400000"/>
          </a:ln>
        </p:spPr>
      </p:pic>
      <p:sp>
        <p:nvSpPr>
          <p:cNvPr id="43" name="Title of section"/>
          <p:cNvSpPr txBox="1"/>
          <p:nvPr>
            <p:ph type="title" hasCustomPrompt="1"/>
          </p:nvPr>
        </p:nvSpPr>
        <p:spPr>
          <a:xfrm>
            <a:off x="450000" y="941194"/>
            <a:ext cx="7523878" cy="1080001"/>
          </a:xfrm>
          <a:prstGeom prst="rect">
            <a:avLst/>
          </a:prstGeom>
        </p:spPr>
        <p:txBody>
          <a:bodyPr anchor="b"/>
          <a:lstStyle>
            <a:lvl1pPr>
              <a:lnSpc>
                <a:spcPts val="3800"/>
              </a:lnSpc>
              <a:defRPr sz="3200"/>
            </a:lvl1pPr>
          </a:lstStyle>
          <a:p>
            <a:pPr/>
            <a:r>
              <a:t>Title of section</a:t>
            </a:r>
          </a:p>
        </p:txBody>
      </p:sp>
      <p:sp>
        <p:nvSpPr>
          <p:cNvPr id="44" name="Body Level One…"/>
          <p:cNvSpPr txBox="1"/>
          <p:nvPr>
            <p:ph type="body" sz="quarter" idx="1" hasCustomPrompt="1"/>
          </p:nvPr>
        </p:nvSpPr>
        <p:spPr>
          <a:xfrm>
            <a:off x="450000" y="2503145"/>
            <a:ext cx="7546244" cy="755134"/>
          </a:xfrm>
          <a:prstGeom prst="rect">
            <a:avLst/>
          </a:prstGeom>
        </p:spPr>
        <p:txBody>
          <a:bodyPr/>
          <a:lstStyle>
            <a:lvl1pPr marL="0" indent="0">
              <a:lnSpc>
                <a:spcPts val="2800"/>
              </a:lnSpc>
              <a:buClrTx/>
              <a:buSzTx/>
              <a:buNone/>
              <a:defRPr sz="2400"/>
            </a:lvl1pPr>
            <a:lvl2pPr marL="0" indent="457200">
              <a:lnSpc>
                <a:spcPts val="2800"/>
              </a:lnSpc>
              <a:buClrTx/>
              <a:buSzTx/>
              <a:buNone/>
              <a:defRPr sz="2400"/>
            </a:lvl2pPr>
            <a:lvl3pPr marL="0" indent="914400">
              <a:lnSpc>
                <a:spcPts val="2800"/>
              </a:lnSpc>
              <a:buClrTx/>
              <a:buSzTx/>
              <a:buNone/>
              <a:defRPr sz="2400"/>
            </a:lvl3pPr>
            <a:lvl4pPr marL="0" indent="1371600">
              <a:lnSpc>
                <a:spcPts val="2800"/>
              </a:lnSpc>
              <a:buClrTx/>
              <a:buSzTx/>
              <a:buNone/>
              <a:defRPr sz="2400"/>
            </a:lvl4pPr>
            <a:lvl5pPr marL="0" indent="1828800">
              <a:lnSpc>
                <a:spcPts val="2800"/>
              </a:lnSpc>
              <a:buClrTx/>
              <a:buSzTx/>
              <a:buNone/>
              <a:defRPr sz="2400"/>
            </a:lvl5pPr>
          </a:lstStyle>
          <a:p>
            <a:pPr/>
            <a:r>
              <a:t>Subtitle maximum two lines</a:t>
            </a:r>
          </a:p>
          <a:p>
            <a:pPr lvl="1"/>
            <a:r>
              <a:t/>
            </a:r>
          </a:p>
          <a:p>
            <a:pPr lvl="2"/>
            <a:r>
              <a:t/>
            </a:r>
          </a:p>
          <a:p>
            <a:pPr lvl="3"/>
            <a:r>
              <a:t/>
            </a:r>
          </a:p>
          <a:p>
            <a:pPr lvl="4"/>
            <a:r>
              <a:t/>
            </a:r>
          </a:p>
        </p:txBody>
      </p:sp>
      <p:sp>
        <p:nvSpPr>
          <p:cNvPr id="45" name="Textplatzhalter 10"/>
          <p:cNvSpPr/>
          <p:nvPr>
            <p:ph type="body" sz="quarter" idx="21" hasCustomPrompt="1"/>
          </p:nvPr>
        </p:nvSpPr>
        <p:spPr>
          <a:xfrm>
            <a:off x="450000" y="3286133"/>
            <a:ext cx="5145091" cy="1258880"/>
          </a:xfrm>
          <a:prstGeom prst="rect">
            <a:avLst/>
          </a:prstGeom>
        </p:spPr>
        <p:txBody>
          <a:bodyPr/>
          <a:lstStyle>
            <a:lvl1pPr marL="0" indent="0">
              <a:buClrTx/>
              <a:buSzTx/>
              <a:buNone/>
            </a:lvl1pPr>
          </a:lstStyle>
          <a:p>
            <a:pPr/>
            <a:r>
              <a:t>Author, etc.</a:t>
            </a:r>
          </a:p>
        </p:txBody>
      </p:sp>
      <p:sp>
        <p:nvSpPr>
          <p:cNvPr id="46" name="Freeform 5"/>
          <p:cNvSpPr/>
          <p:nvPr/>
        </p:nvSpPr>
        <p:spPr>
          <a:xfrm>
            <a:off x="10087640" y="423064"/>
            <a:ext cx="1580342" cy="558932"/>
          </a:xfrm>
          <a:prstGeom prst="rect">
            <a:avLst/>
          </a:prstGeom>
          <a:blipFill>
            <a:blip r:embed="rId4"/>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pic>
        <p:nvPicPr>
          <p:cNvPr id="47" name="Picture 9" descr="Picture 9"/>
          <p:cNvPicPr>
            <a:picLocks noChangeAspect="1"/>
          </p:cNvPicPr>
          <p:nvPr/>
        </p:nvPicPr>
        <p:blipFill>
          <a:blip r:embed="rId5">
            <a:extLst/>
          </a:blip>
          <a:stretch>
            <a:fillRect/>
          </a:stretch>
        </p:blipFill>
        <p:spPr>
          <a:xfrm>
            <a:off x="9832023" y="1018337"/>
            <a:ext cx="2091576" cy="1397666"/>
          </a:xfrm>
          <a:prstGeom prst="rect">
            <a:avLst/>
          </a:prstGeom>
          <a:ln w="12700">
            <a:miter lim="400000"/>
          </a:ln>
        </p:spPr>
      </p:pic>
      <p:sp>
        <p:nvSpPr>
          <p:cNvPr id="48" name="Slide Number"/>
          <p:cNvSpPr txBox="1"/>
          <p:nvPr>
            <p:ph type="sldNum" sz="quarter" idx="2"/>
          </p:nvPr>
        </p:nvSpPr>
        <p:spPr>
          <a:xfrm>
            <a:off x="5892800" y="6172200"/>
            <a:ext cx="2844800" cy="3683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 Slide 3">
    <p:bg>
      <p:bgPr>
        <a:solidFill>
          <a:schemeClr val="accent3"/>
        </a:solidFill>
      </p:bgPr>
    </p:bg>
    <p:spTree>
      <p:nvGrpSpPr>
        <p:cNvPr id="1" name=""/>
        <p:cNvGrpSpPr/>
        <p:nvPr/>
      </p:nvGrpSpPr>
      <p:grpSpPr>
        <a:xfrm>
          <a:off x="0" y="0"/>
          <a:ext cx="0" cy="0"/>
          <a:chOff x="0" y="0"/>
          <a:chExt cx="0" cy="0"/>
        </a:xfrm>
      </p:grpSpPr>
      <p:sp>
        <p:nvSpPr>
          <p:cNvPr id="55" name="Presentation Titlemaximum 2 lines"/>
          <p:cNvSpPr txBox="1"/>
          <p:nvPr>
            <p:ph type="title" hasCustomPrompt="1"/>
          </p:nvPr>
        </p:nvSpPr>
        <p:spPr>
          <a:xfrm>
            <a:off x="754380" y="1105199"/>
            <a:ext cx="8436851" cy="813955"/>
          </a:xfrm>
          <a:prstGeom prst="rect">
            <a:avLst/>
          </a:prstGeom>
        </p:spPr>
        <p:txBody>
          <a:bodyPr/>
          <a:lstStyle>
            <a:lvl1pPr>
              <a:defRPr spc="10">
                <a:solidFill>
                  <a:srgbClr val="FFFFFF"/>
                </a:solidFill>
              </a:defRPr>
            </a:lvl1pPr>
          </a:lstStyle>
          <a:p>
            <a:pPr/>
            <a:r>
              <a:t>Presentation Titlemaximum 2 lines</a:t>
            </a:r>
          </a:p>
        </p:txBody>
      </p:sp>
      <p:grpSp>
        <p:nvGrpSpPr>
          <p:cNvPr id="58" name="Claim"/>
          <p:cNvGrpSpPr/>
          <p:nvPr/>
        </p:nvGrpSpPr>
        <p:grpSpPr>
          <a:xfrm>
            <a:off x="992188" y="6558030"/>
            <a:ext cx="1874047" cy="131708"/>
            <a:chOff x="0" y="0"/>
            <a:chExt cx="1874045" cy="131707"/>
          </a:xfrm>
        </p:grpSpPr>
        <p:sp>
          <p:nvSpPr>
            <p:cNvPr id="56" name="Freihandform: Form 5"/>
            <p:cNvSpPr/>
            <p:nvPr/>
          </p:nvSpPr>
          <p:spPr>
            <a:xfrm>
              <a:off x="-1" y="-1"/>
              <a:ext cx="1825507" cy="1317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387" y="9733"/>
                  </a:moveTo>
                  <a:lnTo>
                    <a:pt x="21046" y="9733"/>
                  </a:lnTo>
                  <a:lnTo>
                    <a:pt x="21046" y="9643"/>
                  </a:lnTo>
                  <a:cubicBezTo>
                    <a:pt x="21046" y="7883"/>
                    <a:pt x="21118" y="6901"/>
                    <a:pt x="21218" y="6901"/>
                  </a:cubicBezTo>
                  <a:cubicBezTo>
                    <a:pt x="21317" y="6901"/>
                    <a:pt x="21387" y="7904"/>
                    <a:pt x="21387" y="9643"/>
                  </a:cubicBezTo>
                  <a:lnTo>
                    <a:pt x="21387" y="9733"/>
                  </a:lnTo>
                  <a:close/>
                  <a:moveTo>
                    <a:pt x="21600" y="11268"/>
                  </a:moveTo>
                  <a:lnTo>
                    <a:pt x="21600" y="10022"/>
                  </a:lnTo>
                  <a:cubicBezTo>
                    <a:pt x="21600" y="6701"/>
                    <a:pt x="21465" y="4365"/>
                    <a:pt x="21218" y="4365"/>
                  </a:cubicBezTo>
                  <a:cubicBezTo>
                    <a:pt x="20972" y="4365"/>
                    <a:pt x="20832" y="6545"/>
                    <a:pt x="20832" y="10022"/>
                  </a:cubicBezTo>
                  <a:lnTo>
                    <a:pt x="20832" y="11668"/>
                  </a:lnTo>
                  <a:cubicBezTo>
                    <a:pt x="20832" y="16055"/>
                    <a:pt x="21060" y="17258"/>
                    <a:pt x="21221" y="17258"/>
                  </a:cubicBezTo>
                  <a:cubicBezTo>
                    <a:pt x="21366" y="17258"/>
                    <a:pt x="21428" y="17146"/>
                    <a:pt x="21533" y="16879"/>
                  </a:cubicBezTo>
                  <a:cubicBezTo>
                    <a:pt x="21561" y="16813"/>
                    <a:pt x="21566" y="16657"/>
                    <a:pt x="21566" y="16301"/>
                  </a:cubicBezTo>
                  <a:lnTo>
                    <a:pt x="21566" y="14832"/>
                  </a:lnTo>
                  <a:cubicBezTo>
                    <a:pt x="21566" y="14609"/>
                    <a:pt x="21553" y="14499"/>
                    <a:pt x="21537" y="14499"/>
                  </a:cubicBezTo>
                  <a:lnTo>
                    <a:pt x="21533" y="14499"/>
                  </a:lnTo>
                  <a:cubicBezTo>
                    <a:pt x="21465" y="14589"/>
                    <a:pt x="21354" y="14722"/>
                    <a:pt x="21237" y="14722"/>
                  </a:cubicBezTo>
                  <a:cubicBezTo>
                    <a:pt x="21083" y="14722"/>
                    <a:pt x="21044" y="13184"/>
                    <a:pt x="21044" y="11890"/>
                  </a:cubicBezTo>
                  <a:lnTo>
                    <a:pt x="21044" y="11824"/>
                  </a:lnTo>
                  <a:lnTo>
                    <a:pt x="21568" y="11824"/>
                  </a:lnTo>
                  <a:cubicBezTo>
                    <a:pt x="21590" y="11824"/>
                    <a:pt x="21600" y="11624"/>
                    <a:pt x="21600" y="11268"/>
                  </a:cubicBezTo>
                  <a:moveTo>
                    <a:pt x="20456" y="18107"/>
                  </a:moveTo>
                  <a:cubicBezTo>
                    <a:pt x="20456" y="18908"/>
                    <a:pt x="20429" y="19376"/>
                    <a:pt x="20274" y="19376"/>
                  </a:cubicBezTo>
                  <a:cubicBezTo>
                    <a:pt x="20123" y="19376"/>
                    <a:pt x="20083" y="18821"/>
                    <a:pt x="20083" y="17905"/>
                  </a:cubicBezTo>
                  <a:lnTo>
                    <a:pt x="20083" y="17705"/>
                  </a:lnTo>
                  <a:cubicBezTo>
                    <a:pt x="20083" y="16902"/>
                    <a:pt x="20099" y="16613"/>
                    <a:pt x="20123" y="16145"/>
                  </a:cubicBezTo>
                  <a:lnTo>
                    <a:pt x="20266" y="16613"/>
                  </a:lnTo>
                  <a:cubicBezTo>
                    <a:pt x="20435" y="17171"/>
                    <a:pt x="20456" y="17460"/>
                    <a:pt x="20456" y="17951"/>
                  </a:cubicBezTo>
                  <a:lnTo>
                    <a:pt x="20456" y="18107"/>
                  </a:lnTo>
                  <a:close/>
                  <a:moveTo>
                    <a:pt x="20438" y="8840"/>
                  </a:moveTo>
                  <a:cubicBezTo>
                    <a:pt x="20438" y="9955"/>
                    <a:pt x="20400" y="10600"/>
                    <a:pt x="20266" y="10600"/>
                  </a:cubicBezTo>
                  <a:cubicBezTo>
                    <a:pt x="20117" y="10600"/>
                    <a:pt x="20093" y="9664"/>
                    <a:pt x="20093" y="8840"/>
                  </a:cubicBezTo>
                  <a:lnTo>
                    <a:pt x="20093" y="8661"/>
                  </a:lnTo>
                  <a:cubicBezTo>
                    <a:pt x="20093" y="7615"/>
                    <a:pt x="20130" y="6768"/>
                    <a:pt x="20266" y="6768"/>
                  </a:cubicBezTo>
                  <a:cubicBezTo>
                    <a:pt x="20405" y="6768"/>
                    <a:pt x="20438" y="7592"/>
                    <a:pt x="20438" y="8661"/>
                  </a:cubicBezTo>
                  <a:lnTo>
                    <a:pt x="20438" y="8840"/>
                  </a:lnTo>
                  <a:close/>
                  <a:moveTo>
                    <a:pt x="20686" y="6056"/>
                  </a:moveTo>
                  <a:lnTo>
                    <a:pt x="20686" y="5122"/>
                  </a:lnTo>
                  <a:cubicBezTo>
                    <a:pt x="20686" y="4787"/>
                    <a:pt x="20666" y="4521"/>
                    <a:pt x="20642" y="4521"/>
                  </a:cubicBezTo>
                  <a:lnTo>
                    <a:pt x="20266" y="4521"/>
                  </a:lnTo>
                  <a:cubicBezTo>
                    <a:pt x="19988" y="4521"/>
                    <a:pt x="19884" y="6389"/>
                    <a:pt x="19884" y="8618"/>
                  </a:cubicBezTo>
                  <a:lnTo>
                    <a:pt x="19884" y="8774"/>
                  </a:lnTo>
                  <a:cubicBezTo>
                    <a:pt x="19884" y="9889"/>
                    <a:pt x="19902" y="10690"/>
                    <a:pt x="19950" y="11381"/>
                  </a:cubicBezTo>
                  <a:cubicBezTo>
                    <a:pt x="19906" y="11803"/>
                    <a:pt x="19886" y="12492"/>
                    <a:pt x="19886" y="13182"/>
                  </a:cubicBezTo>
                  <a:lnTo>
                    <a:pt x="19886" y="13205"/>
                  </a:lnTo>
                  <a:cubicBezTo>
                    <a:pt x="19886" y="14006"/>
                    <a:pt x="19913" y="14786"/>
                    <a:pt x="19958" y="15254"/>
                  </a:cubicBezTo>
                  <a:cubicBezTo>
                    <a:pt x="19906" y="15901"/>
                    <a:pt x="19876" y="16792"/>
                    <a:pt x="19876" y="17705"/>
                  </a:cubicBezTo>
                  <a:lnTo>
                    <a:pt x="19876" y="17905"/>
                  </a:lnTo>
                  <a:cubicBezTo>
                    <a:pt x="19876" y="20244"/>
                    <a:pt x="20014" y="21600"/>
                    <a:pt x="20274" y="21600"/>
                  </a:cubicBezTo>
                  <a:cubicBezTo>
                    <a:pt x="20548" y="21600"/>
                    <a:pt x="20668" y="20377"/>
                    <a:pt x="20668" y="18107"/>
                  </a:cubicBezTo>
                  <a:lnTo>
                    <a:pt x="20668" y="17951"/>
                  </a:lnTo>
                  <a:cubicBezTo>
                    <a:pt x="20668" y="15566"/>
                    <a:pt x="20527" y="15098"/>
                    <a:pt x="20308" y="14385"/>
                  </a:cubicBezTo>
                  <a:lnTo>
                    <a:pt x="20118" y="13761"/>
                  </a:lnTo>
                  <a:cubicBezTo>
                    <a:pt x="20081" y="13650"/>
                    <a:pt x="20064" y="13471"/>
                    <a:pt x="20064" y="13026"/>
                  </a:cubicBezTo>
                  <a:cubicBezTo>
                    <a:pt x="20064" y="12826"/>
                    <a:pt x="20072" y="12625"/>
                    <a:pt x="20091" y="12448"/>
                  </a:cubicBezTo>
                  <a:cubicBezTo>
                    <a:pt x="20123" y="12625"/>
                    <a:pt x="20181" y="12826"/>
                    <a:pt x="20266" y="12826"/>
                  </a:cubicBezTo>
                  <a:cubicBezTo>
                    <a:pt x="20509" y="12826"/>
                    <a:pt x="20647" y="11557"/>
                    <a:pt x="20647" y="8774"/>
                  </a:cubicBezTo>
                  <a:lnTo>
                    <a:pt x="20647" y="8618"/>
                  </a:lnTo>
                  <a:cubicBezTo>
                    <a:pt x="20647" y="7837"/>
                    <a:pt x="20633" y="7346"/>
                    <a:pt x="20607" y="6835"/>
                  </a:cubicBezTo>
                  <a:lnTo>
                    <a:pt x="20660" y="6545"/>
                  </a:lnTo>
                  <a:cubicBezTo>
                    <a:pt x="20679" y="6433"/>
                    <a:pt x="20686" y="6389"/>
                    <a:pt x="20686" y="6056"/>
                  </a:cubicBezTo>
                  <a:moveTo>
                    <a:pt x="19452" y="14699"/>
                  </a:moveTo>
                  <a:cubicBezTo>
                    <a:pt x="19421" y="14788"/>
                    <a:pt x="19355" y="14855"/>
                    <a:pt x="19297" y="14855"/>
                  </a:cubicBezTo>
                  <a:cubicBezTo>
                    <a:pt x="19159" y="14855"/>
                    <a:pt x="19125" y="13496"/>
                    <a:pt x="19125" y="11670"/>
                  </a:cubicBezTo>
                  <a:lnTo>
                    <a:pt x="19125" y="9953"/>
                  </a:lnTo>
                  <a:cubicBezTo>
                    <a:pt x="19125" y="8126"/>
                    <a:pt x="19159" y="6768"/>
                    <a:pt x="19297" y="6768"/>
                  </a:cubicBezTo>
                  <a:cubicBezTo>
                    <a:pt x="19336" y="6768"/>
                    <a:pt x="19407" y="6835"/>
                    <a:pt x="19452" y="6924"/>
                  </a:cubicBezTo>
                  <a:lnTo>
                    <a:pt x="19452" y="14699"/>
                  </a:lnTo>
                  <a:close/>
                  <a:moveTo>
                    <a:pt x="19664" y="16078"/>
                  </a:moveTo>
                  <a:lnTo>
                    <a:pt x="19664" y="578"/>
                  </a:lnTo>
                  <a:cubicBezTo>
                    <a:pt x="19664" y="333"/>
                    <a:pt x="19649" y="133"/>
                    <a:pt x="19632" y="133"/>
                  </a:cubicBezTo>
                  <a:lnTo>
                    <a:pt x="19484" y="133"/>
                  </a:lnTo>
                  <a:cubicBezTo>
                    <a:pt x="19466" y="133"/>
                    <a:pt x="19452" y="333"/>
                    <a:pt x="19452" y="578"/>
                  </a:cubicBezTo>
                  <a:lnTo>
                    <a:pt x="19452" y="4521"/>
                  </a:lnTo>
                  <a:cubicBezTo>
                    <a:pt x="19392" y="4409"/>
                    <a:pt x="19336" y="4365"/>
                    <a:pt x="19297" y="4365"/>
                  </a:cubicBezTo>
                  <a:cubicBezTo>
                    <a:pt x="19039" y="4365"/>
                    <a:pt x="18913" y="6479"/>
                    <a:pt x="18913" y="9953"/>
                  </a:cubicBezTo>
                  <a:lnTo>
                    <a:pt x="18913" y="11670"/>
                  </a:lnTo>
                  <a:cubicBezTo>
                    <a:pt x="18913" y="15144"/>
                    <a:pt x="19039" y="17258"/>
                    <a:pt x="19297" y="17258"/>
                  </a:cubicBezTo>
                  <a:cubicBezTo>
                    <a:pt x="19400" y="17258"/>
                    <a:pt x="19521" y="17035"/>
                    <a:pt x="19620" y="16680"/>
                  </a:cubicBezTo>
                  <a:cubicBezTo>
                    <a:pt x="19657" y="16547"/>
                    <a:pt x="19664" y="16413"/>
                    <a:pt x="19664" y="16078"/>
                  </a:cubicBezTo>
                  <a:moveTo>
                    <a:pt x="18526" y="9733"/>
                  </a:moveTo>
                  <a:lnTo>
                    <a:pt x="18185" y="9733"/>
                  </a:lnTo>
                  <a:lnTo>
                    <a:pt x="18185" y="9643"/>
                  </a:lnTo>
                  <a:cubicBezTo>
                    <a:pt x="18185" y="7883"/>
                    <a:pt x="18258" y="6901"/>
                    <a:pt x="18357" y="6901"/>
                  </a:cubicBezTo>
                  <a:cubicBezTo>
                    <a:pt x="18457" y="6901"/>
                    <a:pt x="18526" y="7904"/>
                    <a:pt x="18526" y="9643"/>
                  </a:cubicBezTo>
                  <a:lnTo>
                    <a:pt x="18526" y="9733"/>
                  </a:lnTo>
                  <a:close/>
                  <a:moveTo>
                    <a:pt x="18740" y="11268"/>
                  </a:moveTo>
                  <a:lnTo>
                    <a:pt x="18740" y="10022"/>
                  </a:lnTo>
                  <a:cubicBezTo>
                    <a:pt x="18740" y="6701"/>
                    <a:pt x="18605" y="4365"/>
                    <a:pt x="18357" y="4365"/>
                  </a:cubicBezTo>
                  <a:cubicBezTo>
                    <a:pt x="18111" y="4365"/>
                    <a:pt x="17972" y="6545"/>
                    <a:pt x="17972" y="10022"/>
                  </a:cubicBezTo>
                  <a:lnTo>
                    <a:pt x="17972" y="11668"/>
                  </a:lnTo>
                  <a:cubicBezTo>
                    <a:pt x="17972" y="16055"/>
                    <a:pt x="18200" y="17258"/>
                    <a:pt x="18360" y="17258"/>
                  </a:cubicBezTo>
                  <a:cubicBezTo>
                    <a:pt x="18505" y="17258"/>
                    <a:pt x="18568" y="17146"/>
                    <a:pt x="18672" y="16879"/>
                  </a:cubicBezTo>
                  <a:cubicBezTo>
                    <a:pt x="18701" y="16813"/>
                    <a:pt x="18706" y="16657"/>
                    <a:pt x="18706" y="16301"/>
                  </a:cubicBezTo>
                  <a:lnTo>
                    <a:pt x="18706" y="14832"/>
                  </a:lnTo>
                  <a:cubicBezTo>
                    <a:pt x="18706" y="14609"/>
                    <a:pt x="18693" y="14499"/>
                    <a:pt x="18677" y="14499"/>
                  </a:cubicBezTo>
                  <a:lnTo>
                    <a:pt x="18672" y="14499"/>
                  </a:lnTo>
                  <a:cubicBezTo>
                    <a:pt x="18605" y="14589"/>
                    <a:pt x="18494" y="14722"/>
                    <a:pt x="18376" y="14722"/>
                  </a:cubicBezTo>
                  <a:cubicBezTo>
                    <a:pt x="18222" y="14722"/>
                    <a:pt x="18184" y="13184"/>
                    <a:pt x="18184" y="11890"/>
                  </a:cubicBezTo>
                  <a:lnTo>
                    <a:pt x="18184" y="11824"/>
                  </a:lnTo>
                  <a:lnTo>
                    <a:pt x="18707" y="11824"/>
                  </a:lnTo>
                  <a:cubicBezTo>
                    <a:pt x="18730" y="11824"/>
                    <a:pt x="18740" y="11624"/>
                    <a:pt x="18740" y="11268"/>
                  </a:cubicBezTo>
                  <a:moveTo>
                    <a:pt x="17758" y="16613"/>
                  </a:moveTo>
                  <a:lnTo>
                    <a:pt x="17758" y="578"/>
                  </a:lnTo>
                  <a:cubicBezTo>
                    <a:pt x="17758" y="333"/>
                    <a:pt x="17745" y="133"/>
                    <a:pt x="17727" y="133"/>
                  </a:cubicBezTo>
                  <a:lnTo>
                    <a:pt x="17578" y="133"/>
                  </a:lnTo>
                  <a:cubicBezTo>
                    <a:pt x="17560" y="133"/>
                    <a:pt x="17546" y="333"/>
                    <a:pt x="17546" y="578"/>
                  </a:cubicBezTo>
                  <a:lnTo>
                    <a:pt x="17546" y="16613"/>
                  </a:lnTo>
                  <a:cubicBezTo>
                    <a:pt x="17546" y="16856"/>
                    <a:pt x="17560" y="17079"/>
                    <a:pt x="17578" y="17079"/>
                  </a:cubicBezTo>
                  <a:lnTo>
                    <a:pt x="17727" y="17079"/>
                  </a:lnTo>
                  <a:cubicBezTo>
                    <a:pt x="17745" y="17079"/>
                    <a:pt x="17758" y="16856"/>
                    <a:pt x="17758" y="16613"/>
                  </a:cubicBezTo>
                  <a:moveTo>
                    <a:pt x="17367" y="4966"/>
                  </a:moveTo>
                  <a:cubicBezTo>
                    <a:pt x="17367" y="4721"/>
                    <a:pt x="17353" y="4521"/>
                    <a:pt x="17335" y="4521"/>
                  </a:cubicBezTo>
                  <a:lnTo>
                    <a:pt x="17179" y="4521"/>
                  </a:lnTo>
                  <a:cubicBezTo>
                    <a:pt x="17163" y="4521"/>
                    <a:pt x="17152" y="4721"/>
                    <a:pt x="17150" y="4922"/>
                  </a:cubicBezTo>
                  <a:lnTo>
                    <a:pt x="17049" y="14341"/>
                  </a:lnTo>
                  <a:cubicBezTo>
                    <a:pt x="17048" y="14541"/>
                    <a:pt x="17044" y="14653"/>
                    <a:pt x="17041" y="14653"/>
                  </a:cubicBezTo>
                  <a:cubicBezTo>
                    <a:pt x="17038" y="14653"/>
                    <a:pt x="17033" y="14564"/>
                    <a:pt x="17030" y="14341"/>
                  </a:cubicBezTo>
                  <a:lnTo>
                    <a:pt x="16897" y="6859"/>
                  </a:lnTo>
                  <a:cubicBezTo>
                    <a:pt x="16880" y="5990"/>
                    <a:pt x="16861" y="5900"/>
                    <a:pt x="16807" y="5900"/>
                  </a:cubicBezTo>
                  <a:lnTo>
                    <a:pt x="16694" y="5900"/>
                  </a:lnTo>
                  <a:cubicBezTo>
                    <a:pt x="16639" y="5900"/>
                    <a:pt x="16620" y="5990"/>
                    <a:pt x="16604" y="6859"/>
                  </a:cubicBezTo>
                  <a:lnTo>
                    <a:pt x="16471" y="14341"/>
                  </a:lnTo>
                  <a:cubicBezTo>
                    <a:pt x="16467" y="14564"/>
                    <a:pt x="16463" y="14653"/>
                    <a:pt x="16459" y="14653"/>
                  </a:cubicBezTo>
                  <a:cubicBezTo>
                    <a:pt x="16456" y="14653"/>
                    <a:pt x="16453" y="14541"/>
                    <a:pt x="16451" y="14341"/>
                  </a:cubicBezTo>
                  <a:lnTo>
                    <a:pt x="16350" y="4922"/>
                  </a:lnTo>
                  <a:cubicBezTo>
                    <a:pt x="16349" y="4721"/>
                    <a:pt x="16337" y="4521"/>
                    <a:pt x="16321" y="4521"/>
                  </a:cubicBezTo>
                  <a:lnTo>
                    <a:pt x="16165" y="4521"/>
                  </a:lnTo>
                  <a:cubicBezTo>
                    <a:pt x="16148" y="4521"/>
                    <a:pt x="16133" y="4721"/>
                    <a:pt x="16133" y="4966"/>
                  </a:cubicBezTo>
                  <a:lnTo>
                    <a:pt x="16133" y="5033"/>
                  </a:lnTo>
                  <a:lnTo>
                    <a:pt x="16279" y="15275"/>
                  </a:lnTo>
                  <a:cubicBezTo>
                    <a:pt x="16299" y="16613"/>
                    <a:pt x="16324" y="17146"/>
                    <a:pt x="16422" y="17146"/>
                  </a:cubicBezTo>
                  <a:lnTo>
                    <a:pt x="16466" y="17146"/>
                  </a:lnTo>
                  <a:cubicBezTo>
                    <a:pt x="16553" y="17146"/>
                    <a:pt x="16598" y="16567"/>
                    <a:pt x="16619" y="15410"/>
                  </a:cubicBezTo>
                  <a:lnTo>
                    <a:pt x="16746" y="8595"/>
                  </a:lnTo>
                  <a:cubicBezTo>
                    <a:pt x="16747" y="8507"/>
                    <a:pt x="16747" y="8484"/>
                    <a:pt x="16750" y="8484"/>
                  </a:cubicBezTo>
                  <a:cubicBezTo>
                    <a:pt x="16753" y="8484"/>
                    <a:pt x="16753" y="8507"/>
                    <a:pt x="16755" y="8595"/>
                  </a:cubicBezTo>
                  <a:lnTo>
                    <a:pt x="16882" y="15410"/>
                  </a:lnTo>
                  <a:cubicBezTo>
                    <a:pt x="16903" y="16567"/>
                    <a:pt x="16948" y="17146"/>
                    <a:pt x="17035" y="17146"/>
                  </a:cubicBezTo>
                  <a:lnTo>
                    <a:pt x="17078" y="17146"/>
                  </a:lnTo>
                  <a:cubicBezTo>
                    <a:pt x="17176" y="17146"/>
                    <a:pt x="17202" y="16613"/>
                    <a:pt x="17221" y="15275"/>
                  </a:cubicBezTo>
                  <a:lnTo>
                    <a:pt x="17367" y="5033"/>
                  </a:lnTo>
                  <a:lnTo>
                    <a:pt x="17367" y="4966"/>
                  </a:lnTo>
                  <a:close/>
                  <a:moveTo>
                    <a:pt x="15804" y="11713"/>
                  </a:moveTo>
                  <a:cubicBezTo>
                    <a:pt x="15804" y="13540"/>
                    <a:pt x="15745" y="14722"/>
                    <a:pt x="15632" y="14722"/>
                  </a:cubicBezTo>
                  <a:cubicBezTo>
                    <a:pt x="15520" y="14722"/>
                    <a:pt x="15460" y="13540"/>
                    <a:pt x="15460" y="11713"/>
                  </a:cubicBezTo>
                  <a:lnTo>
                    <a:pt x="15460" y="9910"/>
                  </a:lnTo>
                  <a:cubicBezTo>
                    <a:pt x="15460" y="8083"/>
                    <a:pt x="15520" y="6901"/>
                    <a:pt x="15632" y="6901"/>
                  </a:cubicBezTo>
                  <a:cubicBezTo>
                    <a:pt x="15745" y="6901"/>
                    <a:pt x="15804" y="8083"/>
                    <a:pt x="15804" y="9910"/>
                  </a:cubicBezTo>
                  <a:lnTo>
                    <a:pt x="15804" y="11713"/>
                  </a:lnTo>
                  <a:close/>
                  <a:moveTo>
                    <a:pt x="16016" y="11713"/>
                  </a:moveTo>
                  <a:lnTo>
                    <a:pt x="16016" y="9910"/>
                  </a:lnTo>
                  <a:cubicBezTo>
                    <a:pt x="16016" y="6722"/>
                    <a:pt x="15884" y="4365"/>
                    <a:pt x="15632" y="4365"/>
                  </a:cubicBezTo>
                  <a:cubicBezTo>
                    <a:pt x="15380" y="4365"/>
                    <a:pt x="15248" y="6722"/>
                    <a:pt x="15248" y="9910"/>
                  </a:cubicBezTo>
                  <a:lnTo>
                    <a:pt x="15248" y="11713"/>
                  </a:lnTo>
                  <a:cubicBezTo>
                    <a:pt x="15248" y="14899"/>
                    <a:pt x="15380" y="17258"/>
                    <a:pt x="15632" y="17258"/>
                  </a:cubicBezTo>
                  <a:cubicBezTo>
                    <a:pt x="15884" y="17258"/>
                    <a:pt x="16016" y="14899"/>
                    <a:pt x="16016" y="11713"/>
                  </a:cubicBezTo>
                  <a:moveTo>
                    <a:pt x="15042" y="16611"/>
                  </a:moveTo>
                  <a:lnTo>
                    <a:pt x="15042" y="9352"/>
                  </a:lnTo>
                  <a:cubicBezTo>
                    <a:pt x="15042" y="6523"/>
                    <a:pt x="14996" y="4365"/>
                    <a:pt x="14765" y="4365"/>
                  </a:cubicBezTo>
                  <a:cubicBezTo>
                    <a:pt x="14658" y="4365"/>
                    <a:pt x="14597" y="4610"/>
                    <a:pt x="14504" y="5432"/>
                  </a:cubicBezTo>
                  <a:lnTo>
                    <a:pt x="14504" y="4966"/>
                  </a:lnTo>
                  <a:cubicBezTo>
                    <a:pt x="14504" y="4721"/>
                    <a:pt x="14489" y="4521"/>
                    <a:pt x="14472" y="4521"/>
                  </a:cubicBezTo>
                  <a:lnTo>
                    <a:pt x="14332" y="4521"/>
                  </a:lnTo>
                  <a:cubicBezTo>
                    <a:pt x="14314" y="4521"/>
                    <a:pt x="14300" y="4721"/>
                    <a:pt x="14300" y="4966"/>
                  </a:cubicBezTo>
                  <a:lnTo>
                    <a:pt x="14300" y="16613"/>
                  </a:lnTo>
                  <a:cubicBezTo>
                    <a:pt x="14300" y="16856"/>
                    <a:pt x="14314" y="17079"/>
                    <a:pt x="14332" y="17079"/>
                  </a:cubicBezTo>
                  <a:lnTo>
                    <a:pt x="14480" y="17079"/>
                  </a:lnTo>
                  <a:cubicBezTo>
                    <a:pt x="14498" y="17079"/>
                    <a:pt x="14512" y="16856"/>
                    <a:pt x="14512" y="16613"/>
                  </a:cubicBezTo>
                  <a:lnTo>
                    <a:pt x="14512" y="7660"/>
                  </a:lnTo>
                  <a:cubicBezTo>
                    <a:pt x="14580" y="7167"/>
                    <a:pt x="14639" y="6857"/>
                    <a:pt x="14694" y="6857"/>
                  </a:cubicBezTo>
                  <a:cubicBezTo>
                    <a:pt x="14817" y="6857"/>
                    <a:pt x="14830" y="7413"/>
                    <a:pt x="14830" y="9352"/>
                  </a:cubicBezTo>
                  <a:lnTo>
                    <a:pt x="14830" y="16611"/>
                  </a:lnTo>
                  <a:cubicBezTo>
                    <a:pt x="14830" y="16856"/>
                    <a:pt x="14845" y="17079"/>
                    <a:pt x="14863" y="17079"/>
                  </a:cubicBezTo>
                  <a:lnTo>
                    <a:pt x="15010" y="17079"/>
                  </a:lnTo>
                  <a:cubicBezTo>
                    <a:pt x="15028" y="17079"/>
                    <a:pt x="15042" y="16856"/>
                    <a:pt x="15042" y="16611"/>
                  </a:cubicBezTo>
                  <a:moveTo>
                    <a:pt x="14126" y="16879"/>
                  </a:moveTo>
                  <a:cubicBezTo>
                    <a:pt x="14126" y="16813"/>
                    <a:pt x="14123" y="16723"/>
                    <a:pt x="14118" y="16613"/>
                  </a:cubicBezTo>
                  <a:lnTo>
                    <a:pt x="13704" y="8551"/>
                  </a:lnTo>
                  <a:lnTo>
                    <a:pt x="14115" y="1180"/>
                  </a:lnTo>
                  <a:cubicBezTo>
                    <a:pt x="14122" y="1069"/>
                    <a:pt x="14126" y="934"/>
                    <a:pt x="14126" y="824"/>
                  </a:cubicBezTo>
                  <a:cubicBezTo>
                    <a:pt x="14126" y="668"/>
                    <a:pt x="14117" y="556"/>
                    <a:pt x="14096" y="556"/>
                  </a:cubicBezTo>
                  <a:lnTo>
                    <a:pt x="13913" y="556"/>
                  </a:lnTo>
                  <a:cubicBezTo>
                    <a:pt x="13895" y="556"/>
                    <a:pt x="13884" y="578"/>
                    <a:pt x="13876" y="734"/>
                  </a:cubicBezTo>
                  <a:lnTo>
                    <a:pt x="13482" y="8060"/>
                  </a:lnTo>
                  <a:lnTo>
                    <a:pt x="13482" y="980"/>
                  </a:lnTo>
                  <a:cubicBezTo>
                    <a:pt x="13482" y="734"/>
                    <a:pt x="13468" y="556"/>
                    <a:pt x="13450" y="556"/>
                  </a:cubicBezTo>
                  <a:lnTo>
                    <a:pt x="13291" y="556"/>
                  </a:lnTo>
                  <a:cubicBezTo>
                    <a:pt x="13273" y="556"/>
                    <a:pt x="13259" y="734"/>
                    <a:pt x="13259" y="980"/>
                  </a:cubicBezTo>
                  <a:lnTo>
                    <a:pt x="13259" y="16634"/>
                  </a:lnTo>
                  <a:cubicBezTo>
                    <a:pt x="13259" y="16879"/>
                    <a:pt x="13273" y="17079"/>
                    <a:pt x="13291" y="17079"/>
                  </a:cubicBezTo>
                  <a:lnTo>
                    <a:pt x="13450" y="17079"/>
                  </a:lnTo>
                  <a:cubicBezTo>
                    <a:pt x="13468" y="17079"/>
                    <a:pt x="13482" y="16879"/>
                    <a:pt x="13482" y="16634"/>
                  </a:cubicBezTo>
                  <a:lnTo>
                    <a:pt x="13482" y="9242"/>
                  </a:lnTo>
                  <a:lnTo>
                    <a:pt x="13850" y="16836"/>
                  </a:lnTo>
                  <a:cubicBezTo>
                    <a:pt x="13858" y="17013"/>
                    <a:pt x="13868" y="17079"/>
                    <a:pt x="13887" y="17079"/>
                  </a:cubicBezTo>
                  <a:lnTo>
                    <a:pt x="14102" y="17079"/>
                  </a:lnTo>
                  <a:cubicBezTo>
                    <a:pt x="14118" y="17079"/>
                    <a:pt x="14126" y="17013"/>
                    <a:pt x="14126" y="16879"/>
                  </a:cubicBezTo>
                  <a:moveTo>
                    <a:pt x="12397" y="9733"/>
                  </a:moveTo>
                  <a:lnTo>
                    <a:pt x="12057" y="9733"/>
                  </a:lnTo>
                  <a:lnTo>
                    <a:pt x="12057" y="9643"/>
                  </a:lnTo>
                  <a:cubicBezTo>
                    <a:pt x="12057" y="7883"/>
                    <a:pt x="12129" y="6901"/>
                    <a:pt x="12229" y="6901"/>
                  </a:cubicBezTo>
                  <a:cubicBezTo>
                    <a:pt x="12328" y="6901"/>
                    <a:pt x="12397" y="7904"/>
                    <a:pt x="12397" y="9643"/>
                  </a:cubicBezTo>
                  <a:lnTo>
                    <a:pt x="12397" y="9733"/>
                  </a:lnTo>
                  <a:close/>
                  <a:moveTo>
                    <a:pt x="12611" y="11268"/>
                  </a:moveTo>
                  <a:lnTo>
                    <a:pt x="12611" y="10022"/>
                  </a:lnTo>
                  <a:cubicBezTo>
                    <a:pt x="12611" y="6701"/>
                    <a:pt x="12476" y="4365"/>
                    <a:pt x="12229" y="4365"/>
                  </a:cubicBezTo>
                  <a:cubicBezTo>
                    <a:pt x="11983" y="4365"/>
                    <a:pt x="11843" y="6545"/>
                    <a:pt x="11843" y="10022"/>
                  </a:cubicBezTo>
                  <a:lnTo>
                    <a:pt x="11843" y="11668"/>
                  </a:lnTo>
                  <a:cubicBezTo>
                    <a:pt x="11843" y="16055"/>
                    <a:pt x="12071" y="17258"/>
                    <a:pt x="12232" y="17258"/>
                  </a:cubicBezTo>
                  <a:cubicBezTo>
                    <a:pt x="12377" y="17258"/>
                    <a:pt x="12439" y="17146"/>
                    <a:pt x="12544" y="16879"/>
                  </a:cubicBezTo>
                  <a:cubicBezTo>
                    <a:pt x="12572" y="16813"/>
                    <a:pt x="12577" y="16657"/>
                    <a:pt x="12577" y="16301"/>
                  </a:cubicBezTo>
                  <a:lnTo>
                    <a:pt x="12577" y="14832"/>
                  </a:lnTo>
                  <a:cubicBezTo>
                    <a:pt x="12577" y="14609"/>
                    <a:pt x="12564" y="14499"/>
                    <a:pt x="12548" y="14499"/>
                  </a:cubicBezTo>
                  <a:lnTo>
                    <a:pt x="12544" y="14499"/>
                  </a:lnTo>
                  <a:cubicBezTo>
                    <a:pt x="12476" y="14589"/>
                    <a:pt x="12365" y="14722"/>
                    <a:pt x="12248" y="14722"/>
                  </a:cubicBezTo>
                  <a:cubicBezTo>
                    <a:pt x="12094" y="14722"/>
                    <a:pt x="12055" y="13184"/>
                    <a:pt x="12055" y="11890"/>
                  </a:cubicBezTo>
                  <a:lnTo>
                    <a:pt x="12055" y="11824"/>
                  </a:lnTo>
                  <a:lnTo>
                    <a:pt x="12579" y="11824"/>
                  </a:lnTo>
                  <a:cubicBezTo>
                    <a:pt x="12601" y="11824"/>
                    <a:pt x="12611" y="11624"/>
                    <a:pt x="12611" y="11268"/>
                  </a:cubicBezTo>
                  <a:moveTo>
                    <a:pt x="11701" y="16703"/>
                  </a:moveTo>
                  <a:lnTo>
                    <a:pt x="11701" y="15300"/>
                  </a:lnTo>
                  <a:cubicBezTo>
                    <a:pt x="11701" y="15078"/>
                    <a:pt x="11689" y="14967"/>
                    <a:pt x="11668" y="14967"/>
                  </a:cubicBezTo>
                  <a:lnTo>
                    <a:pt x="11583" y="14967"/>
                  </a:lnTo>
                  <a:cubicBezTo>
                    <a:pt x="11525" y="14967"/>
                    <a:pt x="11520" y="14832"/>
                    <a:pt x="11520" y="13719"/>
                  </a:cubicBezTo>
                  <a:lnTo>
                    <a:pt x="11520" y="6722"/>
                  </a:lnTo>
                  <a:lnTo>
                    <a:pt x="11664" y="6722"/>
                  </a:lnTo>
                  <a:cubicBezTo>
                    <a:pt x="11682" y="6722"/>
                    <a:pt x="11697" y="6523"/>
                    <a:pt x="11697" y="6279"/>
                  </a:cubicBezTo>
                  <a:lnTo>
                    <a:pt x="11697" y="4966"/>
                  </a:lnTo>
                  <a:cubicBezTo>
                    <a:pt x="11697" y="4721"/>
                    <a:pt x="11682" y="4521"/>
                    <a:pt x="11664" y="4521"/>
                  </a:cubicBezTo>
                  <a:lnTo>
                    <a:pt x="11520" y="4521"/>
                  </a:lnTo>
                  <a:lnTo>
                    <a:pt x="11520" y="2226"/>
                  </a:lnTo>
                  <a:cubicBezTo>
                    <a:pt x="11520" y="2004"/>
                    <a:pt x="11509" y="1893"/>
                    <a:pt x="11494" y="1893"/>
                  </a:cubicBezTo>
                  <a:lnTo>
                    <a:pt x="11488" y="1893"/>
                  </a:lnTo>
                  <a:lnTo>
                    <a:pt x="11338" y="2249"/>
                  </a:lnTo>
                  <a:cubicBezTo>
                    <a:pt x="11321" y="2293"/>
                    <a:pt x="11306" y="2449"/>
                    <a:pt x="11306" y="2694"/>
                  </a:cubicBezTo>
                  <a:lnTo>
                    <a:pt x="11306" y="4521"/>
                  </a:lnTo>
                  <a:lnTo>
                    <a:pt x="11155" y="4521"/>
                  </a:lnTo>
                  <a:cubicBezTo>
                    <a:pt x="11138" y="4521"/>
                    <a:pt x="11123" y="4721"/>
                    <a:pt x="11123" y="4966"/>
                  </a:cubicBezTo>
                  <a:lnTo>
                    <a:pt x="11123" y="5967"/>
                  </a:lnTo>
                  <a:cubicBezTo>
                    <a:pt x="11123" y="6210"/>
                    <a:pt x="11138" y="6366"/>
                    <a:pt x="11155" y="6412"/>
                  </a:cubicBezTo>
                  <a:lnTo>
                    <a:pt x="11306" y="6722"/>
                  </a:lnTo>
                  <a:lnTo>
                    <a:pt x="11306" y="13719"/>
                  </a:lnTo>
                  <a:cubicBezTo>
                    <a:pt x="11306" y="16703"/>
                    <a:pt x="11380" y="17258"/>
                    <a:pt x="11562" y="17258"/>
                  </a:cubicBezTo>
                  <a:cubicBezTo>
                    <a:pt x="11597" y="17258"/>
                    <a:pt x="11632" y="17191"/>
                    <a:pt x="11671" y="17102"/>
                  </a:cubicBezTo>
                  <a:cubicBezTo>
                    <a:pt x="11692" y="17058"/>
                    <a:pt x="11701" y="16925"/>
                    <a:pt x="11701" y="16703"/>
                  </a:cubicBezTo>
                  <a:moveTo>
                    <a:pt x="10795" y="14295"/>
                  </a:moveTo>
                  <a:cubicBezTo>
                    <a:pt x="10749" y="14655"/>
                    <a:pt x="10689" y="14922"/>
                    <a:pt x="10631" y="14922"/>
                  </a:cubicBezTo>
                  <a:cubicBezTo>
                    <a:pt x="10551" y="14922"/>
                    <a:pt x="10516" y="14632"/>
                    <a:pt x="10516" y="13540"/>
                  </a:cubicBezTo>
                  <a:lnTo>
                    <a:pt x="10516" y="13451"/>
                  </a:lnTo>
                  <a:cubicBezTo>
                    <a:pt x="10516" y="12202"/>
                    <a:pt x="10548" y="11555"/>
                    <a:pt x="10694" y="11555"/>
                  </a:cubicBezTo>
                  <a:lnTo>
                    <a:pt x="10795" y="11555"/>
                  </a:lnTo>
                  <a:lnTo>
                    <a:pt x="10795" y="14295"/>
                  </a:lnTo>
                  <a:close/>
                  <a:moveTo>
                    <a:pt x="11007" y="16636"/>
                  </a:moveTo>
                  <a:lnTo>
                    <a:pt x="11007" y="8618"/>
                  </a:lnTo>
                  <a:cubicBezTo>
                    <a:pt x="11007" y="5767"/>
                    <a:pt x="10882" y="4365"/>
                    <a:pt x="10654" y="4365"/>
                  </a:cubicBezTo>
                  <a:cubicBezTo>
                    <a:pt x="10543" y="4365"/>
                    <a:pt x="10450" y="4544"/>
                    <a:pt x="10386" y="4721"/>
                  </a:cubicBezTo>
                  <a:cubicBezTo>
                    <a:pt x="10365" y="4787"/>
                    <a:pt x="10355" y="4943"/>
                    <a:pt x="10355" y="5189"/>
                  </a:cubicBezTo>
                  <a:lnTo>
                    <a:pt x="10355" y="6612"/>
                  </a:lnTo>
                  <a:cubicBezTo>
                    <a:pt x="10355" y="6924"/>
                    <a:pt x="10368" y="6991"/>
                    <a:pt x="10384" y="6991"/>
                  </a:cubicBezTo>
                  <a:lnTo>
                    <a:pt x="10392" y="6991"/>
                  </a:lnTo>
                  <a:cubicBezTo>
                    <a:pt x="10445" y="6901"/>
                    <a:pt x="10551" y="6812"/>
                    <a:pt x="10654" y="6812"/>
                  </a:cubicBezTo>
                  <a:cubicBezTo>
                    <a:pt x="10749" y="6812"/>
                    <a:pt x="10795" y="7169"/>
                    <a:pt x="10795" y="8618"/>
                  </a:cubicBezTo>
                  <a:lnTo>
                    <a:pt x="10795" y="9600"/>
                  </a:lnTo>
                  <a:lnTo>
                    <a:pt x="10694" y="9600"/>
                  </a:lnTo>
                  <a:cubicBezTo>
                    <a:pt x="10414" y="9600"/>
                    <a:pt x="10302" y="10910"/>
                    <a:pt x="10302" y="13451"/>
                  </a:cubicBezTo>
                  <a:lnTo>
                    <a:pt x="10302" y="13540"/>
                  </a:lnTo>
                  <a:cubicBezTo>
                    <a:pt x="10302" y="16547"/>
                    <a:pt x="10447" y="17258"/>
                    <a:pt x="10580" y="17258"/>
                  </a:cubicBezTo>
                  <a:cubicBezTo>
                    <a:pt x="10657" y="17258"/>
                    <a:pt x="10733" y="16902"/>
                    <a:pt x="10807" y="16278"/>
                  </a:cubicBezTo>
                  <a:lnTo>
                    <a:pt x="10807" y="16636"/>
                  </a:lnTo>
                  <a:cubicBezTo>
                    <a:pt x="10807" y="16879"/>
                    <a:pt x="10821" y="17079"/>
                    <a:pt x="10839" y="17079"/>
                  </a:cubicBezTo>
                  <a:lnTo>
                    <a:pt x="10975" y="17079"/>
                  </a:lnTo>
                  <a:cubicBezTo>
                    <a:pt x="10993" y="17079"/>
                    <a:pt x="11007" y="16879"/>
                    <a:pt x="11007" y="16634"/>
                  </a:cubicBezTo>
                  <a:lnTo>
                    <a:pt x="11007" y="16636"/>
                  </a:lnTo>
                  <a:close/>
                  <a:moveTo>
                    <a:pt x="9916" y="9733"/>
                  </a:moveTo>
                  <a:lnTo>
                    <a:pt x="9576" y="9733"/>
                  </a:lnTo>
                  <a:lnTo>
                    <a:pt x="9576" y="9643"/>
                  </a:lnTo>
                  <a:cubicBezTo>
                    <a:pt x="9576" y="7883"/>
                    <a:pt x="9648" y="6901"/>
                    <a:pt x="9748" y="6901"/>
                  </a:cubicBezTo>
                  <a:cubicBezTo>
                    <a:pt x="9847" y="6901"/>
                    <a:pt x="9916" y="7904"/>
                    <a:pt x="9916" y="9643"/>
                  </a:cubicBezTo>
                  <a:lnTo>
                    <a:pt x="9916" y="9733"/>
                  </a:lnTo>
                  <a:close/>
                  <a:moveTo>
                    <a:pt x="10130" y="11268"/>
                  </a:moveTo>
                  <a:lnTo>
                    <a:pt x="10130" y="10022"/>
                  </a:lnTo>
                  <a:cubicBezTo>
                    <a:pt x="10130" y="6701"/>
                    <a:pt x="9995" y="4365"/>
                    <a:pt x="9748" y="4365"/>
                  </a:cubicBezTo>
                  <a:cubicBezTo>
                    <a:pt x="9502" y="4365"/>
                    <a:pt x="9362" y="6545"/>
                    <a:pt x="9362" y="10022"/>
                  </a:cubicBezTo>
                  <a:lnTo>
                    <a:pt x="9362" y="11668"/>
                  </a:lnTo>
                  <a:cubicBezTo>
                    <a:pt x="9362" y="16055"/>
                    <a:pt x="9590" y="17258"/>
                    <a:pt x="9751" y="17258"/>
                  </a:cubicBezTo>
                  <a:cubicBezTo>
                    <a:pt x="9895" y="17258"/>
                    <a:pt x="9958" y="17146"/>
                    <a:pt x="10063" y="16879"/>
                  </a:cubicBezTo>
                  <a:cubicBezTo>
                    <a:pt x="10091" y="16813"/>
                    <a:pt x="10096" y="16657"/>
                    <a:pt x="10096" y="16301"/>
                  </a:cubicBezTo>
                  <a:lnTo>
                    <a:pt x="10096" y="14832"/>
                  </a:lnTo>
                  <a:cubicBezTo>
                    <a:pt x="10096" y="14609"/>
                    <a:pt x="10083" y="14499"/>
                    <a:pt x="10067" y="14499"/>
                  </a:cubicBezTo>
                  <a:lnTo>
                    <a:pt x="10063" y="14499"/>
                  </a:lnTo>
                  <a:cubicBezTo>
                    <a:pt x="9995" y="14589"/>
                    <a:pt x="9884" y="14722"/>
                    <a:pt x="9767" y="14722"/>
                  </a:cubicBezTo>
                  <a:cubicBezTo>
                    <a:pt x="9612" y="14722"/>
                    <a:pt x="9574" y="13184"/>
                    <a:pt x="9574" y="11890"/>
                  </a:cubicBezTo>
                  <a:lnTo>
                    <a:pt x="9574" y="11824"/>
                  </a:lnTo>
                  <a:lnTo>
                    <a:pt x="10098" y="11824"/>
                  </a:lnTo>
                  <a:cubicBezTo>
                    <a:pt x="10120" y="11824"/>
                    <a:pt x="10130" y="11624"/>
                    <a:pt x="10130" y="11268"/>
                  </a:cubicBezTo>
                  <a:moveTo>
                    <a:pt x="9259" y="6412"/>
                  </a:moveTo>
                  <a:lnTo>
                    <a:pt x="9259" y="4810"/>
                  </a:lnTo>
                  <a:cubicBezTo>
                    <a:pt x="9259" y="4565"/>
                    <a:pt x="9245" y="4365"/>
                    <a:pt x="9227" y="4365"/>
                  </a:cubicBezTo>
                  <a:cubicBezTo>
                    <a:pt x="9163" y="4365"/>
                    <a:pt x="9076" y="4588"/>
                    <a:pt x="8997" y="5432"/>
                  </a:cubicBezTo>
                  <a:lnTo>
                    <a:pt x="8997" y="4966"/>
                  </a:lnTo>
                  <a:cubicBezTo>
                    <a:pt x="8997" y="4721"/>
                    <a:pt x="8983" y="4521"/>
                    <a:pt x="8965" y="4521"/>
                  </a:cubicBezTo>
                  <a:lnTo>
                    <a:pt x="8825" y="4521"/>
                  </a:lnTo>
                  <a:cubicBezTo>
                    <a:pt x="8808" y="4521"/>
                    <a:pt x="8793" y="4721"/>
                    <a:pt x="8793" y="4966"/>
                  </a:cubicBezTo>
                  <a:lnTo>
                    <a:pt x="8793" y="16613"/>
                  </a:lnTo>
                  <a:cubicBezTo>
                    <a:pt x="8793" y="16856"/>
                    <a:pt x="8808" y="17079"/>
                    <a:pt x="8825" y="17079"/>
                  </a:cubicBezTo>
                  <a:lnTo>
                    <a:pt x="8973" y="17079"/>
                  </a:lnTo>
                  <a:cubicBezTo>
                    <a:pt x="8991" y="17079"/>
                    <a:pt x="9005" y="16856"/>
                    <a:pt x="9005" y="16613"/>
                  </a:cubicBezTo>
                  <a:lnTo>
                    <a:pt x="9005" y="7660"/>
                  </a:lnTo>
                  <a:cubicBezTo>
                    <a:pt x="9073" y="7172"/>
                    <a:pt x="9140" y="6859"/>
                    <a:pt x="9227" y="6859"/>
                  </a:cubicBezTo>
                  <a:cubicBezTo>
                    <a:pt x="9245" y="6859"/>
                    <a:pt x="9259" y="6658"/>
                    <a:pt x="9259" y="6414"/>
                  </a:cubicBezTo>
                  <a:lnTo>
                    <a:pt x="9259" y="6412"/>
                  </a:lnTo>
                  <a:close/>
                  <a:moveTo>
                    <a:pt x="8592" y="16390"/>
                  </a:moveTo>
                  <a:lnTo>
                    <a:pt x="8592" y="14899"/>
                  </a:lnTo>
                  <a:cubicBezTo>
                    <a:pt x="8592" y="14632"/>
                    <a:pt x="8584" y="14433"/>
                    <a:pt x="8560" y="14433"/>
                  </a:cubicBezTo>
                  <a:lnTo>
                    <a:pt x="8557" y="14433"/>
                  </a:lnTo>
                  <a:cubicBezTo>
                    <a:pt x="8501" y="14499"/>
                    <a:pt x="8391" y="14609"/>
                    <a:pt x="8306" y="14609"/>
                  </a:cubicBezTo>
                  <a:cubicBezTo>
                    <a:pt x="8171" y="14609"/>
                    <a:pt x="8073" y="13540"/>
                    <a:pt x="8073" y="10444"/>
                  </a:cubicBezTo>
                  <a:lnTo>
                    <a:pt x="8073" y="7169"/>
                  </a:lnTo>
                  <a:cubicBezTo>
                    <a:pt x="8073" y="4005"/>
                    <a:pt x="8171" y="3004"/>
                    <a:pt x="8306" y="3004"/>
                  </a:cubicBezTo>
                  <a:cubicBezTo>
                    <a:pt x="8391" y="3004"/>
                    <a:pt x="8501" y="3114"/>
                    <a:pt x="8557" y="3181"/>
                  </a:cubicBezTo>
                  <a:lnTo>
                    <a:pt x="8560" y="3181"/>
                  </a:lnTo>
                  <a:cubicBezTo>
                    <a:pt x="8584" y="3181"/>
                    <a:pt x="8592" y="2981"/>
                    <a:pt x="8592" y="2715"/>
                  </a:cubicBezTo>
                  <a:lnTo>
                    <a:pt x="8592" y="1223"/>
                  </a:lnTo>
                  <a:cubicBezTo>
                    <a:pt x="8592" y="911"/>
                    <a:pt x="8578" y="801"/>
                    <a:pt x="8557" y="712"/>
                  </a:cubicBezTo>
                  <a:cubicBezTo>
                    <a:pt x="8533" y="622"/>
                    <a:pt x="8427" y="356"/>
                    <a:pt x="8303" y="356"/>
                  </a:cubicBezTo>
                  <a:cubicBezTo>
                    <a:pt x="8110" y="356"/>
                    <a:pt x="7848" y="1579"/>
                    <a:pt x="7848" y="7169"/>
                  </a:cubicBezTo>
                  <a:lnTo>
                    <a:pt x="7848" y="10444"/>
                  </a:lnTo>
                  <a:cubicBezTo>
                    <a:pt x="7848" y="15945"/>
                    <a:pt x="8110" y="17258"/>
                    <a:pt x="8303" y="17258"/>
                  </a:cubicBezTo>
                  <a:cubicBezTo>
                    <a:pt x="8427" y="17258"/>
                    <a:pt x="8533" y="16992"/>
                    <a:pt x="8557" y="16902"/>
                  </a:cubicBezTo>
                  <a:cubicBezTo>
                    <a:pt x="8578" y="16813"/>
                    <a:pt x="8592" y="16703"/>
                    <a:pt x="8592" y="16390"/>
                  </a:cubicBezTo>
                  <a:moveTo>
                    <a:pt x="7205" y="16634"/>
                  </a:moveTo>
                  <a:lnTo>
                    <a:pt x="7205" y="14121"/>
                  </a:lnTo>
                  <a:cubicBezTo>
                    <a:pt x="7205" y="13875"/>
                    <a:pt x="7191" y="13696"/>
                    <a:pt x="7173" y="13696"/>
                  </a:cubicBezTo>
                  <a:lnTo>
                    <a:pt x="7030" y="13696"/>
                  </a:lnTo>
                  <a:cubicBezTo>
                    <a:pt x="7013" y="13696"/>
                    <a:pt x="6998" y="13875"/>
                    <a:pt x="6998" y="14121"/>
                  </a:cubicBezTo>
                  <a:lnTo>
                    <a:pt x="6998" y="16634"/>
                  </a:lnTo>
                  <a:cubicBezTo>
                    <a:pt x="6998" y="16879"/>
                    <a:pt x="7013" y="17079"/>
                    <a:pt x="7030" y="17079"/>
                  </a:cubicBezTo>
                  <a:lnTo>
                    <a:pt x="7173" y="17079"/>
                  </a:lnTo>
                  <a:cubicBezTo>
                    <a:pt x="7191" y="17079"/>
                    <a:pt x="7205" y="16879"/>
                    <a:pt x="7205" y="16634"/>
                  </a:cubicBezTo>
                  <a:moveTo>
                    <a:pt x="6929" y="2736"/>
                  </a:moveTo>
                  <a:lnTo>
                    <a:pt x="6929" y="980"/>
                  </a:lnTo>
                  <a:cubicBezTo>
                    <a:pt x="6929" y="734"/>
                    <a:pt x="6915" y="556"/>
                    <a:pt x="6897" y="556"/>
                  </a:cubicBezTo>
                  <a:lnTo>
                    <a:pt x="6111" y="556"/>
                  </a:lnTo>
                  <a:cubicBezTo>
                    <a:pt x="6094" y="556"/>
                    <a:pt x="6079" y="734"/>
                    <a:pt x="6079" y="980"/>
                  </a:cubicBezTo>
                  <a:lnTo>
                    <a:pt x="6079" y="2736"/>
                  </a:lnTo>
                  <a:cubicBezTo>
                    <a:pt x="6079" y="2981"/>
                    <a:pt x="6094" y="3137"/>
                    <a:pt x="6111" y="3137"/>
                  </a:cubicBezTo>
                  <a:lnTo>
                    <a:pt x="6392" y="3137"/>
                  </a:lnTo>
                  <a:lnTo>
                    <a:pt x="6392" y="16636"/>
                  </a:lnTo>
                  <a:cubicBezTo>
                    <a:pt x="6392" y="16879"/>
                    <a:pt x="6407" y="17079"/>
                    <a:pt x="6425" y="17079"/>
                  </a:cubicBezTo>
                  <a:lnTo>
                    <a:pt x="6584" y="17079"/>
                  </a:lnTo>
                  <a:cubicBezTo>
                    <a:pt x="6601" y="17079"/>
                    <a:pt x="6616" y="16879"/>
                    <a:pt x="6616" y="16636"/>
                  </a:cubicBezTo>
                  <a:lnTo>
                    <a:pt x="6616" y="3137"/>
                  </a:lnTo>
                  <a:lnTo>
                    <a:pt x="6897" y="3137"/>
                  </a:lnTo>
                  <a:cubicBezTo>
                    <a:pt x="6915" y="3137"/>
                    <a:pt x="6929" y="2981"/>
                    <a:pt x="6929" y="2736"/>
                  </a:cubicBezTo>
                  <a:moveTo>
                    <a:pt x="5894" y="16636"/>
                  </a:moveTo>
                  <a:lnTo>
                    <a:pt x="5894" y="978"/>
                  </a:lnTo>
                  <a:cubicBezTo>
                    <a:pt x="5894" y="734"/>
                    <a:pt x="5880" y="556"/>
                    <a:pt x="5862" y="556"/>
                  </a:cubicBezTo>
                  <a:lnTo>
                    <a:pt x="5703" y="556"/>
                  </a:lnTo>
                  <a:cubicBezTo>
                    <a:pt x="5685" y="556"/>
                    <a:pt x="5671" y="734"/>
                    <a:pt x="5671" y="978"/>
                  </a:cubicBezTo>
                  <a:lnTo>
                    <a:pt x="5671" y="16636"/>
                  </a:lnTo>
                  <a:cubicBezTo>
                    <a:pt x="5671" y="16879"/>
                    <a:pt x="5685" y="17079"/>
                    <a:pt x="5703" y="17079"/>
                  </a:cubicBezTo>
                  <a:lnTo>
                    <a:pt x="5862" y="17079"/>
                  </a:lnTo>
                  <a:cubicBezTo>
                    <a:pt x="5880" y="17079"/>
                    <a:pt x="5894" y="16879"/>
                    <a:pt x="5894" y="16636"/>
                  </a:cubicBezTo>
                  <a:moveTo>
                    <a:pt x="4996" y="16611"/>
                  </a:moveTo>
                  <a:lnTo>
                    <a:pt x="4996" y="9352"/>
                  </a:lnTo>
                  <a:cubicBezTo>
                    <a:pt x="4996" y="6523"/>
                    <a:pt x="4949" y="4365"/>
                    <a:pt x="4718" y="4365"/>
                  </a:cubicBezTo>
                  <a:cubicBezTo>
                    <a:pt x="4612" y="4365"/>
                    <a:pt x="4551" y="4610"/>
                    <a:pt x="4457" y="5432"/>
                  </a:cubicBezTo>
                  <a:lnTo>
                    <a:pt x="4457" y="4966"/>
                  </a:lnTo>
                  <a:cubicBezTo>
                    <a:pt x="4457" y="4721"/>
                    <a:pt x="4443" y="4521"/>
                    <a:pt x="4425" y="4521"/>
                  </a:cubicBezTo>
                  <a:lnTo>
                    <a:pt x="4286" y="4521"/>
                  </a:lnTo>
                  <a:cubicBezTo>
                    <a:pt x="4268" y="4521"/>
                    <a:pt x="4254" y="4721"/>
                    <a:pt x="4254" y="4966"/>
                  </a:cubicBezTo>
                  <a:lnTo>
                    <a:pt x="4254" y="16613"/>
                  </a:lnTo>
                  <a:cubicBezTo>
                    <a:pt x="4254" y="16856"/>
                    <a:pt x="4268" y="17079"/>
                    <a:pt x="4286" y="17079"/>
                  </a:cubicBezTo>
                  <a:lnTo>
                    <a:pt x="4433" y="17079"/>
                  </a:lnTo>
                  <a:cubicBezTo>
                    <a:pt x="4451" y="17079"/>
                    <a:pt x="4466" y="16856"/>
                    <a:pt x="4466" y="16613"/>
                  </a:cubicBezTo>
                  <a:lnTo>
                    <a:pt x="4466" y="7660"/>
                  </a:lnTo>
                  <a:cubicBezTo>
                    <a:pt x="4533" y="7167"/>
                    <a:pt x="4593" y="6857"/>
                    <a:pt x="4647" y="6857"/>
                  </a:cubicBezTo>
                  <a:cubicBezTo>
                    <a:pt x="4771" y="6857"/>
                    <a:pt x="4784" y="7413"/>
                    <a:pt x="4784" y="9352"/>
                  </a:cubicBezTo>
                  <a:lnTo>
                    <a:pt x="4784" y="16611"/>
                  </a:lnTo>
                  <a:cubicBezTo>
                    <a:pt x="4784" y="16856"/>
                    <a:pt x="4798" y="17079"/>
                    <a:pt x="4816" y="17079"/>
                  </a:cubicBezTo>
                  <a:lnTo>
                    <a:pt x="4964" y="17079"/>
                  </a:lnTo>
                  <a:cubicBezTo>
                    <a:pt x="4981" y="17079"/>
                    <a:pt x="4996" y="16856"/>
                    <a:pt x="4996" y="16611"/>
                  </a:cubicBezTo>
                  <a:moveTo>
                    <a:pt x="3850" y="18107"/>
                  </a:moveTo>
                  <a:cubicBezTo>
                    <a:pt x="3850" y="18908"/>
                    <a:pt x="3823" y="19376"/>
                    <a:pt x="3669" y="19376"/>
                  </a:cubicBezTo>
                  <a:cubicBezTo>
                    <a:pt x="3517" y="19376"/>
                    <a:pt x="3477" y="18821"/>
                    <a:pt x="3477" y="17905"/>
                  </a:cubicBezTo>
                  <a:lnTo>
                    <a:pt x="3477" y="17705"/>
                  </a:lnTo>
                  <a:cubicBezTo>
                    <a:pt x="3477" y="16902"/>
                    <a:pt x="3493" y="16613"/>
                    <a:pt x="3517" y="16145"/>
                  </a:cubicBezTo>
                  <a:lnTo>
                    <a:pt x="3661" y="16613"/>
                  </a:lnTo>
                  <a:cubicBezTo>
                    <a:pt x="3829" y="17171"/>
                    <a:pt x="3850" y="17460"/>
                    <a:pt x="3850" y="17951"/>
                  </a:cubicBezTo>
                  <a:lnTo>
                    <a:pt x="3850" y="18107"/>
                  </a:lnTo>
                  <a:close/>
                  <a:moveTo>
                    <a:pt x="3833" y="8840"/>
                  </a:moveTo>
                  <a:cubicBezTo>
                    <a:pt x="3833" y="9955"/>
                    <a:pt x="3794" y="10600"/>
                    <a:pt x="3661" y="10600"/>
                  </a:cubicBezTo>
                  <a:cubicBezTo>
                    <a:pt x="3511" y="10600"/>
                    <a:pt x="3487" y="9664"/>
                    <a:pt x="3487" y="8840"/>
                  </a:cubicBezTo>
                  <a:lnTo>
                    <a:pt x="3487" y="8661"/>
                  </a:lnTo>
                  <a:cubicBezTo>
                    <a:pt x="3487" y="7615"/>
                    <a:pt x="3524" y="6768"/>
                    <a:pt x="3661" y="6768"/>
                  </a:cubicBezTo>
                  <a:cubicBezTo>
                    <a:pt x="3799" y="6768"/>
                    <a:pt x="3833" y="7592"/>
                    <a:pt x="3833" y="8661"/>
                  </a:cubicBezTo>
                  <a:lnTo>
                    <a:pt x="3833" y="8840"/>
                  </a:lnTo>
                  <a:close/>
                  <a:moveTo>
                    <a:pt x="4080" y="6056"/>
                  </a:moveTo>
                  <a:lnTo>
                    <a:pt x="4080" y="5122"/>
                  </a:lnTo>
                  <a:cubicBezTo>
                    <a:pt x="4080" y="4787"/>
                    <a:pt x="4061" y="4521"/>
                    <a:pt x="4036" y="4521"/>
                  </a:cubicBezTo>
                  <a:lnTo>
                    <a:pt x="3661" y="4521"/>
                  </a:lnTo>
                  <a:cubicBezTo>
                    <a:pt x="3382" y="4521"/>
                    <a:pt x="3278" y="6389"/>
                    <a:pt x="3278" y="8618"/>
                  </a:cubicBezTo>
                  <a:lnTo>
                    <a:pt x="3278" y="8774"/>
                  </a:lnTo>
                  <a:cubicBezTo>
                    <a:pt x="3278" y="9889"/>
                    <a:pt x="3296" y="10690"/>
                    <a:pt x="3344" y="11381"/>
                  </a:cubicBezTo>
                  <a:cubicBezTo>
                    <a:pt x="3301" y="11803"/>
                    <a:pt x="3280" y="12492"/>
                    <a:pt x="3280" y="13182"/>
                  </a:cubicBezTo>
                  <a:lnTo>
                    <a:pt x="3280" y="13205"/>
                  </a:lnTo>
                  <a:cubicBezTo>
                    <a:pt x="3280" y="14006"/>
                    <a:pt x="3307" y="14786"/>
                    <a:pt x="3352" y="15254"/>
                  </a:cubicBezTo>
                  <a:cubicBezTo>
                    <a:pt x="3301" y="15901"/>
                    <a:pt x="3270" y="16792"/>
                    <a:pt x="3270" y="17705"/>
                  </a:cubicBezTo>
                  <a:lnTo>
                    <a:pt x="3270" y="17905"/>
                  </a:lnTo>
                  <a:cubicBezTo>
                    <a:pt x="3270" y="20244"/>
                    <a:pt x="3408" y="21600"/>
                    <a:pt x="3669" y="21600"/>
                  </a:cubicBezTo>
                  <a:cubicBezTo>
                    <a:pt x="3942" y="21600"/>
                    <a:pt x="4062" y="20377"/>
                    <a:pt x="4062" y="18107"/>
                  </a:cubicBezTo>
                  <a:lnTo>
                    <a:pt x="4062" y="17951"/>
                  </a:lnTo>
                  <a:cubicBezTo>
                    <a:pt x="4062" y="15566"/>
                    <a:pt x="3921" y="15098"/>
                    <a:pt x="3702" y="14385"/>
                  </a:cubicBezTo>
                  <a:lnTo>
                    <a:pt x="3513" y="13761"/>
                  </a:lnTo>
                  <a:cubicBezTo>
                    <a:pt x="3476" y="13650"/>
                    <a:pt x="3458" y="13471"/>
                    <a:pt x="3458" y="13026"/>
                  </a:cubicBezTo>
                  <a:cubicBezTo>
                    <a:pt x="3458" y="12826"/>
                    <a:pt x="3466" y="12625"/>
                    <a:pt x="3485" y="12448"/>
                  </a:cubicBezTo>
                  <a:cubicBezTo>
                    <a:pt x="3517" y="12625"/>
                    <a:pt x="3575" y="12826"/>
                    <a:pt x="3661" y="12826"/>
                  </a:cubicBezTo>
                  <a:cubicBezTo>
                    <a:pt x="3903" y="12826"/>
                    <a:pt x="4041" y="11557"/>
                    <a:pt x="4041" y="8774"/>
                  </a:cubicBezTo>
                  <a:lnTo>
                    <a:pt x="4041" y="8618"/>
                  </a:lnTo>
                  <a:cubicBezTo>
                    <a:pt x="4041" y="7837"/>
                    <a:pt x="4027" y="7346"/>
                    <a:pt x="4001" y="6835"/>
                  </a:cubicBezTo>
                  <a:lnTo>
                    <a:pt x="4054" y="6545"/>
                  </a:lnTo>
                  <a:cubicBezTo>
                    <a:pt x="4073" y="6433"/>
                    <a:pt x="4080" y="6389"/>
                    <a:pt x="4080" y="6056"/>
                  </a:cubicBezTo>
                  <a:moveTo>
                    <a:pt x="3053" y="16613"/>
                  </a:moveTo>
                  <a:lnTo>
                    <a:pt x="3053" y="4966"/>
                  </a:lnTo>
                  <a:cubicBezTo>
                    <a:pt x="3053" y="4721"/>
                    <a:pt x="3039" y="4521"/>
                    <a:pt x="3021" y="4521"/>
                  </a:cubicBezTo>
                  <a:lnTo>
                    <a:pt x="2873" y="4521"/>
                  </a:lnTo>
                  <a:cubicBezTo>
                    <a:pt x="2855" y="4521"/>
                    <a:pt x="2841" y="4721"/>
                    <a:pt x="2841" y="4966"/>
                  </a:cubicBezTo>
                  <a:lnTo>
                    <a:pt x="2841" y="16613"/>
                  </a:lnTo>
                  <a:cubicBezTo>
                    <a:pt x="2841" y="16856"/>
                    <a:pt x="2855" y="17079"/>
                    <a:pt x="2873" y="17079"/>
                  </a:cubicBezTo>
                  <a:lnTo>
                    <a:pt x="3021" y="17079"/>
                  </a:lnTo>
                  <a:cubicBezTo>
                    <a:pt x="3039" y="17079"/>
                    <a:pt x="3053" y="16856"/>
                    <a:pt x="3053" y="16613"/>
                  </a:cubicBezTo>
                  <a:moveTo>
                    <a:pt x="3058" y="2403"/>
                  </a:moveTo>
                  <a:lnTo>
                    <a:pt x="3058" y="445"/>
                  </a:lnTo>
                  <a:cubicBezTo>
                    <a:pt x="3058" y="200"/>
                    <a:pt x="3043" y="0"/>
                    <a:pt x="3026" y="0"/>
                  </a:cubicBezTo>
                  <a:lnTo>
                    <a:pt x="2870" y="0"/>
                  </a:lnTo>
                  <a:cubicBezTo>
                    <a:pt x="2852" y="0"/>
                    <a:pt x="2836" y="200"/>
                    <a:pt x="2836" y="445"/>
                  </a:cubicBezTo>
                  <a:lnTo>
                    <a:pt x="2836" y="2403"/>
                  </a:lnTo>
                  <a:cubicBezTo>
                    <a:pt x="2836" y="2646"/>
                    <a:pt x="2852" y="2848"/>
                    <a:pt x="2870" y="2848"/>
                  </a:cubicBezTo>
                  <a:lnTo>
                    <a:pt x="3026" y="2848"/>
                  </a:lnTo>
                  <a:cubicBezTo>
                    <a:pt x="3043" y="2848"/>
                    <a:pt x="3058" y="2646"/>
                    <a:pt x="3058" y="2403"/>
                  </a:cubicBezTo>
                  <a:moveTo>
                    <a:pt x="2635" y="13786"/>
                  </a:moveTo>
                  <a:cubicBezTo>
                    <a:pt x="2635" y="12650"/>
                    <a:pt x="2616" y="11535"/>
                    <a:pt x="2481" y="10398"/>
                  </a:cubicBezTo>
                  <a:lnTo>
                    <a:pt x="2270" y="8618"/>
                  </a:lnTo>
                  <a:cubicBezTo>
                    <a:pt x="2230" y="8283"/>
                    <a:pt x="2206" y="8060"/>
                    <a:pt x="2206" y="7704"/>
                  </a:cubicBezTo>
                  <a:cubicBezTo>
                    <a:pt x="2206" y="7013"/>
                    <a:pt x="2240" y="6768"/>
                    <a:pt x="2317" y="6768"/>
                  </a:cubicBezTo>
                  <a:cubicBezTo>
                    <a:pt x="2409" y="6768"/>
                    <a:pt x="2537" y="6945"/>
                    <a:pt x="2582" y="7034"/>
                  </a:cubicBezTo>
                  <a:lnTo>
                    <a:pt x="2589" y="7034"/>
                  </a:lnTo>
                  <a:cubicBezTo>
                    <a:pt x="2605" y="7034"/>
                    <a:pt x="2614" y="6878"/>
                    <a:pt x="2614" y="6612"/>
                  </a:cubicBezTo>
                  <a:lnTo>
                    <a:pt x="2614" y="5322"/>
                  </a:lnTo>
                  <a:cubicBezTo>
                    <a:pt x="2614" y="5054"/>
                    <a:pt x="2605" y="4877"/>
                    <a:pt x="2585" y="4810"/>
                  </a:cubicBezTo>
                  <a:cubicBezTo>
                    <a:pt x="2504" y="4565"/>
                    <a:pt x="2430" y="4365"/>
                    <a:pt x="2299" y="4365"/>
                  </a:cubicBezTo>
                  <a:cubicBezTo>
                    <a:pt x="2095" y="4365"/>
                    <a:pt x="1994" y="5478"/>
                    <a:pt x="1994" y="7704"/>
                  </a:cubicBezTo>
                  <a:cubicBezTo>
                    <a:pt x="1994" y="8996"/>
                    <a:pt x="2050" y="10109"/>
                    <a:pt x="2129" y="10777"/>
                  </a:cubicBezTo>
                  <a:lnTo>
                    <a:pt x="2349" y="12650"/>
                  </a:lnTo>
                  <a:cubicBezTo>
                    <a:pt x="2401" y="13095"/>
                    <a:pt x="2420" y="13363"/>
                    <a:pt x="2420" y="13786"/>
                  </a:cubicBezTo>
                  <a:cubicBezTo>
                    <a:pt x="2420" y="14387"/>
                    <a:pt x="2406" y="14855"/>
                    <a:pt x="2306" y="14855"/>
                  </a:cubicBezTo>
                  <a:cubicBezTo>
                    <a:pt x="2258" y="14855"/>
                    <a:pt x="2113" y="14745"/>
                    <a:pt x="2036" y="14609"/>
                  </a:cubicBezTo>
                  <a:lnTo>
                    <a:pt x="2030" y="14609"/>
                  </a:lnTo>
                  <a:cubicBezTo>
                    <a:pt x="2013" y="14609"/>
                    <a:pt x="2002" y="14788"/>
                    <a:pt x="2002" y="14967"/>
                  </a:cubicBezTo>
                  <a:lnTo>
                    <a:pt x="2002" y="16301"/>
                  </a:lnTo>
                  <a:cubicBezTo>
                    <a:pt x="2002" y="16567"/>
                    <a:pt x="2013" y="16746"/>
                    <a:pt x="2033" y="16813"/>
                  </a:cubicBezTo>
                  <a:cubicBezTo>
                    <a:pt x="2123" y="17146"/>
                    <a:pt x="2258" y="17258"/>
                    <a:pt x="2320" y="17258"/>
                  </a:cubicBezTo>
                  <a:cubicBezTo>
                    <a:pt x="2531" y="17258"/>
                    <a:pt x="2635" y="15722"/>
                    <a:pt x="2635" y="13786"/>
                  </a:cubicBezTo>
                  <a:moveTo>
                    <a:pt x="1607" y="9733"/>
                  </a:moveTo>
                  <a:lnTo>
                    <a:pt x="1266" y="9733"/>
                  </a:lnTo>
                  <a:lnTo>
                    <a:pt x="1266" y="9643"/>
                  </a:lnTo>
                  <a:cubicBezTo>
                    <a:pt x="1266" y="7883"/>
                    <a:pt x="1338" y="6901"/>
                    <a:pt x="1438" y="6901"/>
                  </a:cubicBezTo>
                  <a:cubicBezTo>
                    <a:pt x="1538" y="6901"/>
                    <a:pt x="1607" y="7904"/>
                    <a:pt x="1607" y="9643"/>
                  </a:cubicBezTo>
                  <a:lnTo>
                    <a:pt x="1607" y="9733"/>
                  </a:lnTo>
                  <a:close/>
                  <a:moveTo>
                    <a:pt x="1820" y="11268"/>
                  </a:moveTo>
                  <a:lnTo>
                    <a:pt x="1820" y="10022"/>
                  </a:lnTo>
                  <a:cubicBezTo>
                    <a:pt x="1820" y="6701"/>
                    <a:pt x="1686" y="4365"/>
                    <a:pt x="1438" y="4365"/>
                  </a:cubicBezTo>
                  <a:cubicBezTo>
                    <a:pt x="1192" y="4365"/>
                    <a:pt x="1052" y="6545"/>
                    <a:pt x="1052" y="10022"/>
                  </a:cubicBezTo>
                  <a:lnTo>
                    <a:pt x="1052" y="11668"/>
                  </a:lnTo>
                  <a:cubicBezTo>
                    <a:pt x="1052" y="16055"/>
                    <a:pt x="1280" y="17258"/>
                    <a:pt x="1441" y="17258"/>
                  </a:cubicBezTo>
                  <a:cubicBezTo>
                    <a:pt x="1586" y="17258"/>
                    <a:pt x="1649" y="17146"/>
                    <a:pt x="1753" y="16879"/>
                  </a:cubicBezTo>
                  <a:cubicBezTo>
                    <a:pt x="1782" y="16813"/>
                    <a:pt x="1787" y="16657"/>
                    <a:pt x="1787" y="16301"/>
                  </a:cubicBezTo>
                  <a:lnTo>
                    <a:pt x="1787" y="14832"/>
                  </a:lnTo>
                  <a:cubicBezTo>
                    <a:pt x="1787" y="14609"/>
                    <a:pt x="1774" y="14499"/>
                    <a:pt x="1758" y="14499"/>
                  </a:cubicBezTo>
                  <a:lnTo>
                    <a:pt x="1753" y="14499"/>
                  </a:lnTo>
                  <a:cubicBezTo>
                    <a:pt x="1686" y="14589"/>
                    <a:pt x="1575" y="14722"/>
                    <a:pt x="1457" y="14722"/>
                  </a:cubicBezTo>
                  <a:cubicBezTo>
                    <a:pt x="1303" y="14722"/>
                    <a:pt x="1264" y="13184"/>
                    <a:pt x="1264" y="11890"/>
                  </a:cubicBezTo>
                  <a:lnTo>
                    <a:pt x="1264" y="11824"/>
                  </a:lnTo>
                  <a:lnTo>
                    <a:pt x="1788" y="11824"/>
                  </a:lnTo>
                  <a:cubicBezTo>
                    <a:pt x="1811" y="11824"/>
                    <a:pt x="1820" y="11624"/>
                    <a:pt x="1820" y="11268"/>
                  </a:cubicBezTo>
                  <a:moveTo>
                    <a:pt x="641" y="10444"/>
                  </a:moveTo>
                  <a:cubicBezTo>
                    <a:pt x="641" y="13786"/>
                    <a:pt x="519" y="14655"/>
                    <a:pt x="358" y="14655"/>
                  </a:cubicBezTo>
                  <a:cubicBezTo>
                    <a:pt x="299" y="14655"/>
                    <a:pt x="257" y="14609"/>
                    <a:pt x="223" y="14589"/>
                  </a:cubicBezTo>
                  <a:lnTo>
                    <a:pt x="223" y="3025"/>
                  </a:lnTo>
                  <a:cubicBezTo>
                    <a:pt x="257" y="3004"/>
                    <a:pt x="299" y="2958"/>
                    <a:pt x="358" y="2958"/>
                  </a:cubicBezTo>
                  <a:cubicBezTo>
                    <a:pt x="519" y="2958"/>
                    <a:pt x="641" y="3828"/>
                    <a:pt x="641" y="7169"/>
                  </a:cubicBezTo>
                  <a:lnTo>
                    <a:pt x="641" y="10444"/>
                  </a:lnTo>
                  <a:close/>
                  <a:moveTo>
                    <a:pt x="863" y="10444"/>
                  </a:moveTo>
                  <a:lnTo>
                    <a:pt x="863" y="7169"/>
                  </a:lnTo>
                  <a:cubicBezTo>
                    <a:pt x="863" y="2759"/>
                    <a:pt x="680" y="356"/>
                    <a:pt x="358" y="356"/>
                  </a:cubicBezTo>
                  <a:cubicBezTo>
                    <a:pt x="244" y="356"/>
                    <a:pt x="90" y="512"/>
                    <a:pt x="42" y="622"/>
                  </a:cubicBezTo>
                  <a:cubicBezTo>
                    <a:pt x="14" y="689"/>
                    <a:pt x="0" y="868"/>
                    <a:pt x="0" y="1313"/>
                  </a:cubicBezTo>
                  <a:lnTo>
                    <a:pt x="0" y="16301"/>
                  </a:lnTo>
                  <a:cubicBezTo>
                    <a:pt x="0" y="16746"/>
                    <a:pt x="14" y="16925"/>
                    <a:pt x="42" y="16992"/>
                  </a:cubicBezTo>
                  <a:cubicBezTo>
                    <a:pt x="90" y="17102"/>
                    <a:pt x="244" y="17258"/>
                    <a:pt x="358" y="17258"/>
                  </a:cubicBezTo>
                  <a:cubicBezTo>
                    <a:pt x="680" y="17258"/>
                    <a:pt x="863" y="14855"/>
                    <a:pt x="863" y="10444"/>
                  </a:cubicBezTo>
                </a:path>
              </a:pathLst>
            </a:custGeom>
            <a:solidFill>
              <a:srgbClr val="FFFFFF"/>
            </a:solidFill>
            <a:ln w="12700" cap="flat">
              <a:noFill/>
              <a:miter lim="400000"/>
            </a:ln>
            <a:effectLst/>
          </p:spPr>
          <p:txBody>
            <a:bodyPr wrap="square" lIns="45719" tIns="45719" rIns="45719" bIns="45719" numCol="1" anchor="ctr">
              <a:noAutofit/>
            </a:bodyPr>
            <a:lstStyle/>
            <a:p>
              <a:pPr/>
            </a:p>
          </p:txBody>
        </p:sp>
        <p:sp>
          <p:nvSpPr>
            <p:cNvPr id="57" name="Freihandform: Form 10"/>
            <p:cNvSpPr/>
            <p:nvPr/>
          </p:nvSpPr>
          <p:spPr>
            <a:xfrm>
              <a:off x="1856537" y="82089"/>
              <a:ext cx="17509" cy="206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8757"/>
                  </a:moveTo>
                  <a:lnTo>
                    <a:pt x="21600" y="2696"/>
                  </a:lnTo>
                  <a:cubicBezTo>
                    <a:pt x="21600" y="1143"/>
                    <a:pt x="20096" y="0"/>
                    <a:pt x="18250" y="0"/>
                  </a:cubicBezTo>
                  <a:lnTo>
                    <a:pt x="3350" y="0"/>
                  </a:lnTo>
                  <a:cubicBezTo>
                    <a:pt x="1518" y="0"/>
                    <a:pt x="0" y="1143"/>
                    <a:pt x="0" y="2696"/>
                  </a:cubicBezTo>
                  <a:lnTo>
                    <a:pt x="0" y="18757"/>
                  </a:lnTo>
                  <a:cubicBezTo>
                    <a:pt x="0" y="20325"/>
                    <a:pt x="1518" y="21600"/>
                    <a:pt x="3350" y="21600"/>
                  </a:cubicBezTo>
                  <a:lnTo>
                    <a:pt x="18250" y="21600"/>
                  </a:lnTo>
                  <a:cubicBezTo>
                    <a:pt x="20096" y="21600"/>
                    <a:pt x="21600" y="20325"/>
                    <a:pt x="21600" y="18757"/>
                  </a:cubicBezTo>
                </a:path>
              </a:pathLst>
            </a:custGeom>
            <a:solidFill>
              <a:srgbClr val="FFFFFF"/>
            </a:solidFill>
            <a:ln w="12700" cap="flat">
              <a:noFill/>
              <a:miter lim="400000"/>
            </a:ln>
            <a:effectLst/>
          </p:spPr>
          <p:txBody>
            <a:bodyPr wrap="square" lIns="45719" tIns="45719" rIns="45719" bIns="45719" numCol="1" anchor="ctr">
              <a:noAutofit/>
            </a:bodyPr>
            <a:lstStyle/>
            <a:p>
              <a:pPr/>
            </a:p>
          </p:txBody>
        </p:sp>
      </p:grpSp>
      <p:sp>
        <p:nvSpPr>
          <p:cNvPr id="59" name="Grafik 13"/>
          <p:cNvSpPr/>
          <p:nvPr/>
        </p:nvSpPr>
        <p:spPr>
          <a:xfrm>
            <a:off x="250423" y="257679"/>
            <a:ext cx="11672497" cy="6331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lnTo>
                  <a:pt x="5010" y="21600"/>
                </a:lnTo>
                <a:cubicBezTo>
                  <a:pt x="5005" y="21600"/>
                  <a:pt x="5001" y="21593"/>
                  <a:pt x="5001" y="21584"/>
                </a:cubicBezTo>
                <a:cubicBezTo>
                  <a:pt x="5001" y="21575"/>
                  <a:pt x="5005" y="21568"/>
                  <a:pt x="5010" y="21568"/>
                </a:cubicBezTo>
                <a:lnTo>
                  <a:pt x="21582" y="21568"/>
                </a:lnTo>
                <a:lnTo>
                  <a:pt x="21582" y="32"/>
                </a:lnTo>
                <a:lnTo>
                  <a:pt x="18" y="32"/>
                </a:lnTo>
                <a:lnTo>
                  <a:pt x="18" y="21568"/>
                </a:lnTo>
                <a:lnTo>
                  <a:pt x="1144" y="21568"/>
                </a:lnTo>
                <a:cubicBezTo>
                  <a:pt x="1148" y="21568"/>
                  <a:pt x="1152" y="21575"/>
                  <a:pt x="1152" y="21584"/>
                </a:cubicBezTo>
                <a:cubicBezTo>
                  <a:pt x="1152" y="21593"/>
                  <a:pt x="1148" y="21600"/>
                  <a:pt x="1144" y="21600"/>
                </a:cubicBezTo>
                <a:lnTo>
                  <a:pt x="0" y="21600"/>
                </a:lnTo>
                <a:lnTo>
                  <a:pt x="0" y="0"/>
                </a:lnTo>
                <a:lnTo>
                  <a:pt x="21600" y="0"/>
                </a:lnTo>
                <a:lnTo>
                  <a:pt x="21600" y="21600"/>
                </a:lnTo>
                <a:close/>
              </a:path>
            </a:pathLst>
          </a:custGeom>
          <a:solidFill>
            <a:srgbClr val="FFFFFF"/>
          </a:solidFill>
          <a:ln w="12700">
            <a:miter lim="400000"/>
          </a:ln>
        </p:spPr>
        <p:txBody>
          <a:bodyPr lIns="45719" rIns="45719" anchor="ctr"/>
          <a:lstStyle/>
          <a:p>
            <a:pPr/>
          </a:p>
        </p:txBody>
      </p:sp>
      <p:pic>
        <p:nvPicPr>
          <p:cNvPr id="60" name="Grafik 13" descr="Grafik 13"/>
          <p:cNvPicPr>
            <a:picLocks noChangeAspect="1"/>
          </p:cNvPicPr>
          <p:nvPr/>
        </p:nvPicPr>
        <p:blipFill>
          <a:blip r:embed="rId2">
            <a:alphaModFix amt="70000"/>
            <a:extLst/>
          </a:blip>
          <a:srcRect l="32139" t="0" r="0" b="20782"/>
          <a:stretch>
            <a:fillRect/>
          </a:stretch>
        </p:blipFill>
        <p:spPr>
          <a:xfrm>
            <a:off x="0" y="1919153"/>
            <a:ext cx="5135001" cy="4938847"/>
          </a:xfrm>
          <a:prstGeom prst="rect">
            <a:avLst/>
          </a:prstGeom>
          <a:ln w="12700">
            <a:miter lim="400000"/>
          </a:ln>
        </p:spPr>
      </p:pic>
      <p:sp>
        <p:nvSpPr>
          <p:cNvPr id="61" name="Slide Number"/>
          <p:cNvSpPr txBox="1"/>
          <p:nvPr>
            <p:ph type="sldNum" sz="quarter" idx="2"/>
          </p:nvPr>
        </p:nvSpPr>
        <p:spPr>
          <a:xfrm>
            <a:off x="5892800" y="6172200"/>
            <a:ext cx="2844800" cy="3683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Slide">
    <p:spTree>
      <p:nvGrpSpPr>
        <p:cNvPr id="1" name=""/>
        <p:cNvGrpSpPr/>
        <p:nvPr/>
      </p:nvGrpSpPr>
      <p:grpSpPr>
        <a:xfrm>
          <a:off x="0" y="0"/>
          <a:ext cx="0" cy="0"/>
          <a:chOff x="0" y="0"/>
          <a:chExt cx="0" cy="0"/>
        </a:xfrm>
      </p:grpSpPr>
      <p:sp>
        <p:nvSpPr>
          <p:cNvPr id="68" name="Agenda"/>
          <p:cNvSpPr txBox="1"/>
          <p:nvPr>
            <p:ph type="title" hasCustomPrompt="1"/>
          </p:nvPr>
        </p:nvSpPr>
        <p:spPr>
          <a:prstGeom prst="rect">
            <a:avLst/>
          </a:prstGeom>
        </p:spPr>
        <p:txBody>
          <a:bodyPr/>
          <a:lstStyle/>
          <a:p>
            <a:pPr/>
            <a:r>
              <a:t>Agenda</a:t>
            </a:r>
          </a:p>
        </p:txBody>
      </p:sp>
      <p:sp>
        <p:nvSpPr>
          <p:cNvPr id="69" name="Slide Number"/>
          <p:cNvSpPr txBox="1"/>
          <p:nvPr>
            <p:ph type="sldNum" sz="quarter" idx="2"/>
          </p:nvPr>
        </p:nvSpPr>
        <p:spPr>
          <a:prstGeom prst="rect">
            <a:avLst/>
          </a:prstGeom>
        </p:spPr>
        <p:txBody>
          <a:bodyPr/>
          <a:lstStyle/>
          <a:p>
            <a:pPr/>
            <a:fld id="{86CB4B4D-7CA3-9044-876B-883B54F8677D}" type="slidenum"/>
          </a:p>
        </p:txBody>
      </p:sp>
      <p:sp>
        <p:nvSpPr>
          <p:cNvPr id="70" name="Body Level One…"/>
          <p:cNvSpPr txBox="1"/>
          <p:nvPr>
            <p:ph type="body" idx="1" hasCustomPrompt="1"/>
          </p:nvPr>
        </p:nvSpPr>
        <p:spPr>
          <a:prstGeom prst="rect">
            <a:avLst/>
          </a:prstGeom>
        </p:spPr>
        <p:txBody>
          <a:bodyPr/>
          <a:lstStyle/>
          <a:p>
            <a:pPr/>
            <a:r>
              <a:t>Write your first topic here</a:t>
            </a:r>
          </a:p>
          <a:p>
            <a:pPr lvl="1"/>
            <a:r>
              <a:t/>
            </a:r>
          </a:p>
          <a:p>
            <a:pPr lvl="2"/>
            <a:r>
              <a:t/>
            </a:r>
          </a:p>
          <a:p>
            <a:pPr lvl="3"/>
            <a:r>
              <a:t/>
            </a:r>
          </a:p>
          <a:p>
            <a:pPr lvl="4"/>
            <a:r>
              <a:t/>
            </a:r>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Quote &amp; Picture">
    <p:bg>
      <p:bgPr>
        <a:solidFill>
          <a:schemeClr val="accent3"/>
        </a:solidFill>
      </p:bgPr>
    </p:bg>
    <p:spTree>
      <p:nvGrpSpPr>
        <p:cNvPr id="1" name=""/>
        <p:cNvGrpSpPr/>
        <p:nvPr/>
      </p:nvGrpSpPr>
      <p:grpSpPr>
        <a:xfrm>
          <a:off x="0" y="0"/>
          <a:ext cx="0" cy="0"/>
          <a:chOff x="0" y="0"/>
          <a:chExt cx="0" cy="0"/>
        </a:xfrm>
      </p:grpSpPr>
      <p:sp>
        <p:nvSpPr>
          <p:cNvPr id="77" name="Rechteck 1"/>
          <p:cNvSpPr/>
          <p:nvPr/>
        </p:nvSpPr>
        <p:spPr>
          <a:xfrm>
            <a:off x="5976939" y="-1"/>
            <a:ext cx="6215063" cy="685800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78" name="Body Level One…"/>
          <p:cNvSpPr txBox="1"/>
          <p:nvPr>
            <p:ph type="body" sz="half" idx="1" hasCustomPrompt="1"/>
          </p:nvPr>
        </p:nvSpPr>
        <p:spPr>
          <a:xfrm>
            <a:off x="754380" y="1105199"/>
            <a:ext cx="4836796" cy="5166997"/>
          </a:xfrm>
          <a:prstGeom prst="rect">
            <a:avLst/>
          </a:prstGeom>
        </p:spPr>
        <p:txBody>
          <a:bodyPr/>
          <a:lstStyle>
            <a:lvl1pPr marL="0" indent="0">
              <a:lnSpc>
                <a:spcPts val="3600"/>
              </a:lnSpc>
              <a:spcBef>
                <a:spcPts val="3000"/>
              </a:spcBef>
              <a:buClrTx/>
              <a:buSzTx/>
              <a:buNone/>
              <a:defRPr spc="-10" sz="2400">
                <a:solidFill>
                  <a:srgbClr val="FFFFFF"/>
                </a:solidFill>
              </a:defRPr>
            </a:lvl1pPr>
            <a:lvl2pPr marL="0" indent="0">
              <a:lnSpc>
                <a:spcPts val="3600"/>
              </a:lnSpc>
              <a:spcBef>
                <a:spcPts val="3000"/>
              </a:spcBef>
              <a:buClrTx/>
              <a:buSzTx/>
              <a:buNone/>
              <a:defRPr spc="-10" sz="2400">
                <a:solidFill>
                  <a:srgbClr val="FFFFFF"/>
                </a:solidFill>
              </a:defRPr>
            </a:lvl2pPr>
            <a:lvl3pPr marL="0" indent="0">
              <a:lnSpc>
                <a:spcPts val="3600"/>
              </a:lnSpc>
              <a:spcBef>
                <a:spcPts val="3000"/>
              </a:spcBef>
              <a:buClrTx/>
              <a:buSzTx/>
              <a:buNone/>
              <a:defRPr spc="-10" sz="2400">
                <a:solidFill>
                  <a:srgbClr val="FFFFFF"/>
                </a:solidFill>
              </a:defRPr>
            </a:lvl3pPr>
            <a:lvl4pPr marL="431999" indent="-863999">
              <a:lnSpc>
                <a:spcPts val="3600"/>
              </a:lnSpc>
              <a:spcBef>
                <a:spcPts val="3000"/>
              </a:spcBef>
              <a:buClrTx/>
              <a:defRPr spc="-10" sz="2400">
                <a:solidFill>
                  <a:srgbClr val="FFFFFF"/>
                </a:solidFill>
              </a:defRPr>
            </a:lvl4pPr>
            <a:lvl5pPr marL="431999" indent="-863999">
              <a:lnSpc>
                <a:spcPts val="3600"/>
              </a:lnSpc>
              <a:spcBef>
                <a:spcPts val="3000"/>
              </a:spcBef>
              <a:buClrTx/>
              <a:buAutoNum type="arabicPeriod" startAt="1"/>
              <a:defRPr spc="-10" sz="2400">
                <a:solidFill>
                  <a:srgbClr val="FFFFFF"/>
                </a:solidFill>
              </a:defRPr>
            </a:lvl5pPr>
          </a:lstStyle>
          <a:p>
            <a:pPr/>
            <a:r>
              <a:t>Citation</a:t>
            </a:r>
          </a:p>
          <a:p>
            <a:pPr lvl="1"/>
            <a:r>
              <a:t/>
            </a:r>
          </a:p>
          <a:p>
            <a:pPr lvl="2"/>
            <a:r>
              <a:t/>
            </a:r>
          </a:p>
          <a:p>
            <a:pPr lvl="3"/>
            <a:r>
              <a:t/>
            </a:r>
          </a:p>
          <a:p>
            <a:pPr lvl="4"/>
            <a:r>
              <a:t/>
            </a:r>
          </a:p>
        </p:txBody>
      </p:sp>
      <p:grpSp>
        <p:nvGrpSpPr>
          <p:cNvPr id="81" name="Claim"/>
          <p:cNvGrpSpPr/>
          <p:nvPr/>
        </p:nvGrpSpPr>
        <p:grpSpPr>
          <a:xfrm>
            <a:off x="987425" y="6568750"/>
            <a:ext cx="1874046" cy="131708"/>
            <a:chOff x="0" y="0"/>
            <a:chExt cx="1874045" cy="131707"/>
          </a:xfrm>
        </p:grpSpPr>
        <p:sp>
          <p:nvSpPr>
            <p:cNvPr id="79" name="Freihandform: Form 15"/>
            <p:cNvSpPr/>
            <p:nvPr/>
          </p:nvSpPr>
          <p:spPr>
            <a:xfrm>
              <a:off x="-1" y="-1"/>
              <a:ext cx="1825507" cy="1317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387" y="9733"/>
                  </a:moveTo>
                  <a:lnTo>
                    <a:pt x="21046" y="9733"/>
                  </a:lnTo>
                  <a:lnTo>
                    <a:pt x="21046" y="9643"/>
                  </a:lnTo>
                  <a:cubicBezTo>
                    <a:pt x="21046" y="7883"/>
                    <a:pt x="21118" y="6901"/>
                    <a:pt x="21218" y="6901"/>
                  </a:cubicBezTo>
                  <a:cubicBezTo>
                    <a:pt x="21317" y="6901"/>
                    <a:pt x="21387" y="7904"/>
                    <a:pt x="21387" y="9643"/>
                  </a:cubicBezTo>
                  <a:lnTo>
                    <a:pt x="21387" y="9733"/>
                  </a:lnTo>
                  <a:close/>
                  <a:moveTo>
                    <a:pt x="21600" y="11268"/>
                  </a:moveTo>
                  <a:lnTo>
                    <a:pt x="21600" y="10022"/>
                  </a:lnTo>
                  <a:cubicBezTo>
                    <a:pt x="21600" y="6701"/>
                    <a:pt x="21465" y="4365"/>
                    <a:pt x="21218" y="4365"/>
                  </a:cubicBezTo>
                  <a:cubicBezTo>
                    <a:pt x="20972" y="4365"/>
                    <a:pt x="20832" y="6545"/>
                    <a:pt x="20832" y="10022"/>
                  </a:cubicBezTo>
                  <a:lnTo>
                    <a:pt x="20832" y="11668"/>
                  </a:lnTo>
                  <a:cubicBezTo>
                    <a:pt x="20832" y="16055"/>
                    <a:pt x="21060" y="17258"/>
                    <a:pt x="21221" y="17258"/>
                  </a:cubicBezTo>
                  <a:cubicBezTo>
                    <a:pt x="21366" y="17258"/>
                    <a:pt x="21428" y="17146"/>
                    <a:pt x="21533" y="16879"/>
                  </a:cubicBezTo>
                  <a:cubicBezTo>
                    <a:pt x="21561" y="16813"/>
                    <a:pt x="21566" y="16657"/>
                    <a:pt x="21566" y="16301"/>
                  </a:cubicBezTo>
                  <a:lnTo>
                    <a:pt x="21566" y="14832"/>
                  </a:lnTo>
                  <a:cubicBezTo>
                    <a:pt x="21566" y="14609"/>
                    <a:pt x="21553" y="14499"/>
                    <a:pt x="21537" y="14499"/>
                  </a:cubicBezTo>
                  <a:lnTo>
                    <a:pt x="21533" y="14499"/>
                  </a:lnTo>
                  <a:cubicBezTo>
                    <a:pt x="21465" y="14589"/>
                    <a:pt x="21354" y="14722"/>
                    <a:pt x="21237" y="14722"/>
                  </a:cubicBezTo>
                  <a:cubicBezTo>
                    <a:pt x="21083" y="14722"/>
                    <a:pt x="21044" y="13184"/>
                    <a:pt x="21044" y="11890"/>
                  </a:cubicBezTo>
                  <a:lnTo>
                    <a:pt x="21044" y="11824"/>
                  </a:lnTo>
                  <a:lnTo>
                    <a:pt x="21568" y="11824"/>
                  </a:lnTo>
                  <a:cubicBezTo>
                    <a:pt x="21590" y="11824"/>
                    <a:pt x="21600" y="11624"/>
                    <a:pt x="21600" y="11268"/>
                  </a:cubicBezTo>
                  <a:moveTo>
                    <a:pt x="20456" y="18107"/>
                  </a:moveTo>
                  <a:cubicBezTo>
                    <a:pt x="20456" y="18908"/>
                    <a:pt x="20429" y="19376"/>
                    <a:pt x="20274" y="19376"/>
                  </a:cubicBezTo>
                  <a:cubicBezTo>
                    <a:pt x="20123" y="19376"/>
                    <a:pt x="20083" y="18821"/>
                    <a:pt x="20083" y="17905"/>
                  </a:cubicBezTo>
                  <a:lnTo>
                    <a:pt x="20083" y="17705"/>
                  </a:lnTo>
                  <a:cubicBezTo>
                    <a:pt x="20083" y="16902"/>
                    <a:pt x="20099" y="16613"/>
                    <a:pt x="20123" y="16145"/>
                  </a:cubicBezTo>
                  <a:lnTo>
                    <a:pt x="20266" y="16613"/>
                  </a:lnTo>
                  <a:cubicBezTo>
                    <a:pt x="20435" y="17171"/>
                    <a:pt x="20456" y="17460"/>
                    <a:pt x="20456" y="17951"/>
                  </a:cubicBezTo>
                  <a:lnTo>
                    <a:pt x="20456" y="18107"/>
                  </a:lnTo>
                  <a:close/>
                  <a:moveTo>
                    <a:pt x="20438" y="8840"/>
                  </a:moveTo>
                  <a:cubicBezTo>
                    <a:pt x="20438" y="9955"/>
                    <a:pt x="20400" y="10600"/>
                    <a:pt x="20266" y="10600"/>
                  </a:cubicBezTo>
                  <a:cubicBezTo>
                    <a:pt x="20117" y="10600"/>
                    <a:pt x="20093" y="9664"/>
                    <a:pt x="20093" y="8840"/>
                  </a:cubicBezTo>
                  <a:lnTo>
                    <a:pt x="20093" y="8661"/>
                  </a:lnTo>
                  <a:cubicBezTo>
                    <a:pt x="20093" y="7615"/>
                    <a:pt x="20130" y="6768"/>
                    <a:pt x="20266" y="6768"/>
                  </a:cubicBezTo>
                  <a:cubicBezTo>
                    <a:pt x="20405" y="6768"/>
                    <a:pt x="20438" y="7592"/>
                    <a:pt x="20438" y="8661"/>
                  </a:cubicBezTo>
                  <a:lnTo>
                    <a:pt x="20438" y="8840"/>
                  </a:lnTo>
                  <a:close/>
                  <a:moveTo>
                    <a:pt x="20686" y="6056"/>
                  </a:moveTo>
                  <a:lnTo>
                    <a:pt x="20686" y="5122"/>
                  </a:lnTo>
                  <a:cubicBezTo>
                    <a:pt x="20686" y="4787"/>
                    <a:pt x="20666" y="4521"/>
                    <a:pt x="20642" y="4521"/>
                  </a:cubicBezTo>
                  <a:lnTo>
                    <a:pt x="20266" y="4521"/>
                  </a:lnTo>
                  <a:cubicBezTo>
                    <a:pt x="19988" y="4521"/>
                    <a:pt x="19884" y="6389"/>
                    <a:pt x="19884" y="8618"/>
                  </a:cubicBezTo>
                  <a:lnTo>
                    <a:pt x="19884" y="8774"/>
                  </a:lnTo>
                  <a:cubicBezTo>
                    <a:pt x="19884" y="9889"/>
                    <a:pt x="19902" y="10690"/>
                    <a:pt x="19950" y="11381"/>
                  </a:cubicBezTo>
                  <a:cubicBezTo>
                    <a:pt x="19906" y="11803"/>
                    <a:pt x="19886" y="12492"/>
                    <a:pt x="19886" y="13182"/>
                  </a:cubicBezTo>
                  <a:lnTo>
                    <a:pt x="19886" y="13205"/>
                  </a:lnTo>
                  <a:cubicBezTo>
                    <a:pt x="19886" y="14006"/>
                    <a:pt x="19913" y="14786"/>
                    <a:pt x="19958" y="15254"/>
                  </a:cubicBezTo>
                  <a:cubicBezTo>
                    <a:pt x="19906" y="15901"/>
                    <a:pt x="19876" y="16792"/>
                    <a:pt x="19876" y="17705"/>
                  </a:cubicBezTo>
                  <a:lnTo>
                    <a:pt x="19876" y="17905"/>
                  </a:lnTo>
                  <a:cubicBezTo>
                    <a:pt x="19876" y="20244"/>
                    <a:pt x="20014" y="21600"/>
                    <a:pt x="20274" y="21600"/>
                  </a:cubicBezTo>
                  <a:cubicBezTo>
                    <a:pt x="20548" y="21600"/>
                    <a:pt x="20668" y="20377"/>
                    <a:pt x="20668" y="18107"/>
                  </a:cubicBezTo>
                  <a:lnTo>
                    <a:pt x="20668" y="17951"/>
                  </a:lnTo>
                  <a:cubicBezTo>
                    <a:pt x="20668" y="15566"/>
                    <a:pt x="20527" y="15098"/>
                    <a:pt x="20308" y="14385"/>
                  </a:cubicBezTo>
                  <a:lnTo>
                    <a:pt x="20118" y="13761"/>
                  </a:lnTo>
                  <a:cubicBezTo>
                    <a:pt x="20081" y="13650"/>
                    <a:pt x="20064" y="13471"/>
                    <a:pt x="20064" y="13026"/>
                  </a:cubicBezTo>
                  <a:cubicBezTo>
                    <a:pt x="20064" y="12826"/>
                    <a:pt x="20072" y="12625"/>
                    <a:pt x="20091" y="12448"/>
                  </a:cubicBezTo>
                  <a:cubicBezTo>
                    <a:pt x="20123" y="12625"/>
                    <a:pt x="20181" y="12826"/>
                    <a:pt x="20266" y="12826"/>
                  </a:cubicBezTo>
                  <a:cubicBezTo>
                    <a:pt x="20509" y="12826"/>
                    <a:pt x="20647" y="11557"/>
                    <a:pt x="20647" y="8774"/>
                  </a:cubicBezTo>
                  <a:lnTo>
                    <a:pt x="20647" y="8618"/>
                  </a:lnTo>
                  <a:cubicBezTo>
                    <a:pt x="20647" y="7837"/>
                    <a:pt x="20633" y="7346"/>
                    <a:pt x="20607" y="6835"/>
                  </a:cubicBezTo>
                  <a:lnTo>
                    <a:pt x="20660" y="6545"/>
                  </a:lnTo>
                  <a:cubicBezTo>
                    <a:pt x="20679" y="6433"/>
                    <a:pt x="20686" y="6389"/>
                    <a:pt x="20686" y="6056"/>
                  </a:cubicBezTo>
                  <a:moveTo>
                    <a:pt x="19452" y="14699"/>
                  </a:moveTo>
                  <a:cubicBezTo>
                    <a:pt x="19421" y="14788"/>
                    <a:pt x="19355" y="14855"/>
                    <a:pt x="19297" y="14855"/>
                  </a:cubicBezTo>
                  <a:cubicBezTo>
                    <a:pt x="19159" y="14855"/>
                    <a:pt x="19125" y="13496"/>
                    <a:pt x="19125" y="11670"/>
                  </a:cubicBezTo>
                  <a:lnTo>
                    <a:pt x="19125" y="9953"/>
                  </a:lnTo>
                  <a:cubicBezTo>
                    <a:pt x="19125" y="8126"/>
                    <a:pt x="19159" y="6768"/>
                    <a:pt x="19297" y="6768"/>
                  </a:cubicBezTo>
                  <a:cubicBezTo>
                    <a:pt x="19336" y="6768"/>
                    <a:pt x="19407" y="6835"/>
                    <a:pt x="19452" y="6924"/>
                  </a:cubicBezTo>
                  <a:lnTo>
                    <a:pt x="19452" y="14699"/>
                  </a:lnTo>
                  <a:close/>
                  <a:moveTo>
                    <a:pt x="19664" y="16078"/>
                  </a:moveTo>
                  <a:lnTo>
                    <a:pt x="19664" y="578"/>
                  </a:lnTo>
                  <a:cubicBezTo>
                    <a:pt x="19664" y="333"/>
                    <a:pt x="19649" y="133"/>
                    <a:pt x="19632" y="133"/>
                  </a:cubicBezTo>
                  <a:lnTo>
                    <a:pt x="19484" y="133"/>
                  </a:lnTo>
                  <a:cubicBezTo>
                    <a:pt x="19466" y="133"/>
                    <a:pt x="19452" y="333"/>
                    <a:pt x="19452" y="578"/>
                  </a:cubicBezTo>
                  <a:lnTo>
                    <a:pt x="19452" y="4521"/>
                  </a:lnTo>
                  <a:cubicBezTo>
                    <a:pt x="19392" y="4409"/>
                    <a:pt x="19336" y="4365"/>
                    <a:pt x="19297" y="4365"/>
                  </a:cubicBezTo>
                  <a:cubicBezTo>
                    <a:pt x="19039" y="4365"/>
                    <a:pt x="18913" y="6479"/>
                    <a:pt x="18913" y="9953"/>
                  </a:cubicBezTo>
                  <a:lnTo>
                    <a:pt x="18913" y="11670"/>
                  </a:lnTo>
                  <a:cubicBezTo>
                    <a:pt x="18913" y="15144"/>
                    <a:pt x="19039" y="17258"/>
                    <a:pt x="19297" y="17258"/>
                  </a:cubicBezTo>
                  <a:cubicBezTo>
                    <a:pt x="19400" y="17258"/>
                    <a:pt x="19521" y="17035"/>
                    <a:pt x="19620" y="16680"/>
                  </a:cubicBezTo>
                  <a:cubicBezTo>
                    <a:pt x="19657" y="16547"/>
                    <a:pt x="19664" y="16413"/>
                    <a:pt x="19664" y="16078"/>
                  </a:cubicBezTo>
                  <a:moveTo>
                    <a:pt x="18526" y="9733"/>
                  </a:moveTo>
                  <a:lnTo>
                    <a:pt x="18185" y="9733"/>
                  </a:lnTo>
                  <a:lnTo>
                    <a:pt x="18185" y="9643"/>
                  </a:lnTo>
                  <a:cubicBezTo>
                    <a:pt x="18185" y="7883"/>
                    <a:pt x="18258" y="6901"/>
                    <a:pt x="18357" y="6901"/>
                  </a:cubicBezTo>
                  <a:cubicBezTo>
                    <a:pt x="18457" y="6901"/>
                    <a:pt x="18526" y="7904"/>
                    <a:pt x="18526" y="9643"/>
                  </a:cubicBezTo>
                  <a:lnTo>
                    <a:pt x="18526" y="9733"/>
                  </a:lnTo>
                  <a:close/>
                  <a:moveTo>
                    <a:pt x="18740" y="11268"/>
                  </a:moveTo>
                  <a:lnTo>
                    <a:pt x="18740" y="10022"/>
                  </a:lnTo>
                  <a:cubicBezTo>
                    <a:pt x="18740" y="6701"/>
                    <a:pt x="18605" y="4365"/>
                    <a:pt x="18357" y="4365"/>
                  </a:cubicBezTo>
                  <a:cubicBezTo>
                    <a:pt x="18111" y="4365"/>
                    <a:pt x="17972" y="6545"/>
                    <a:pt x="17972" y="10022"/>
                  </a:cubicBezTo>
                  <a:lnTo>
                    <a:pt x="17972" y="11668"/>
                  </a:lnTo>
                  <a:cubicBezTo>
                    <a:pt x="17972" y="16055"/>
                    <a:pt x="18200" y="17258"/>
                    <a:pt x="18360" y="17258"/>
                  </a:cubicBezTo>
                  <a:cubicBezTo>
                    <a:pt x="18505" y="17258"/>
                    <a:pt x="18568" y="17146"/>
                    <a:pt x="18672" y="16879"/>
                  </a:cubicBezTo>
                  <a:cubicBezTo>
                    <a:pt x="18701" y="16813"/>
                    <a:pt x="18706" y="16657"/>
                    <a:pt x="18706" y="16301"/>
                  </a:cubicBezTo>
                  <a:lnTo>
                    <a:pt x="18706" y="14832"/>
                  </a:lnTo>
                  <a:cubicBezTo>
                    <a:pt x="18706" y="14609"/>
                    <a:pt x="18693" y="14499"/>
                    <a:pt x="18677" y="14499"/>
                  </a:cubicBezTo>
                  <a:lnTo>
                    <a:pt x="18672" y="14499"/>
                  </a:lnTo>
                  <a:cubicBezTo>
                    <a:pt x="18605" y="14589"/>
                    <a:pt x="18494" y="14722"/>
                    <a:pt x="18376" y="14722"/>
                  </a:cubicBezTo>
                  <a:cubicBezTo>
                    <a:pt x="18222" y="14722"/>
                    <a:pt x="18184" y="13184"/>
                    <a:pt x="18184" y="11890"/>
                  </a:cubicBezTo>
                  <a:lnTo>
                    <a:pt x="18184" y="11824"/>
                  </a:lnTo>
                  <a:lnTo>
                    <a:pt x="18707" y="11824"/>
                  </a:lnTo>
                  <a:cubicBezTo>
                    <a:pt x="18730" y="11824"/>
                    <a:pt x="18740" y="11624"/>
                    <a:pt x="18740" y="11268"/>
                  </a:cubicBezTo>
                  <a:moveTo>
                    <a:pt x="17758" y="16613"/>
                  </a:moveTo>
                  <a:lnTo>
                    <a:pt x="17758" y="578"/>
                  </a:lnTo>
                  <a:cubicBezTo>
                    <a:pt x="17758" y="333"/>
                    <a:pt x="17745" y="133"/>
                    <a:pt x="17727" y="133"/>
                  </a:cubicBezTo>
                  <a:lnTo>
                    <a:pt x="17578" y="133"/>
                  </a:lnTo>
                  <a:cubicBezTo>
                    <a:pt x="17560" y="133"/>
                    <a:pt x="17546" y="333"/>
                    <a:pt x="17546" y="578"/>
                  </a:cubicBezTo>
                  <a:lnTo>
                    <a:pt x="17546" y="16613"/>
                  </a:lnTo>
                  <a:cubicBezTo>
                    <a:pt x="17546" y="16856"/>
                    <a:pt x="17560" y="17079"/>
                    <a:pt x="17578" y="17079"/>
                  </a:cubicBezTo>
                  <a:lnTo>
                    <a:pt x="17727" y="17079"/>
                  </a:lnTo>
                  <a:cubicBezTo>
                    <a:pt x="17745" y="17079"/>
                    <a:pt x="17758" y="16856"/>
                    <a:pt x="17758" y="16613"/>
                  </a:cubicBezTo>
                  <a:moveTo>
                    <a:pt x="17367" y="4966"/>
                  </a:moveTo>
                  <a:cubicBezTo>
                    <a:pt x="17367" y="4721"/>
                    <a:pt x="17353" y="4521"/>
                    <a:pt x="17335" y="4521"/>
                  </a:cubicBezTo>
                  <a:lnTo>
                    <a:pt x="17179" y="4521"/>
                  </a:lnTo>
                  <a:cubicBezTo>
                    <a:pt x="17163" y="4521"/>
                    <a:pt x="17152" y="4721"/>
                    <a:pt x="17150" y="4922"/>
                  </a:cubicBezTo>
                  <a:lnTo>
                    <a:pt x="17049" y="14341"/>
                  </a:lnTo>
                  <a:cubicBezTo>
                    <a:pt x="17048" y="14541"/>
                    <a:pt x="17044" y="14653"/>
                    <a:pt x="17041" y="14653"/>
                  </a:cubicBezTo>
                  <a:cubicBezTo>
                    <a:pt x="17038" y="14653"/>
                    <a:pt x="17033" y="14564"/>
                    <a:pt x="17030" y="14341"/>
                  </a:cubicBezTo>
                  <a:lnTo>
                    <a:pt x="16897" y="6859"/>
                  </a:lnTo>
                  <a:cubicBezTo>
                    <a:pt x="16880" y="5990"/>
                    <a:pt x="16861" y="5900"/>
                    <a:pt x="16807" y="5900"/>
                  </a:cubicBezTo>
                  <a:lnTo>
                    <a:pt x="16694" y="5900"/>
                  </a:lnTo>
                  <a:cubicBezTo>
                    <a:pt x="16639" y="5900"/>
                    <a:pt x="16620" y="5990"/>
                    <a:pt x="16604" y="6859"/>
                  </a:cubicBezTo>
                  <a:lnTo>
                    <a:pt x="16471" y="14341"/>
                  </a:lnTo>
                  <a:cubicBezTo>
                    <a:pt x="16467" y="14564"/>
                    <a:pt x="16463" y="14653"/>
                    <a:pt x="16459" y="14653"/>
                  </a:cubicBezTo>
                  <a:cubicBezTo>
                    <a:pt x="16456" y="14653"/>
                    <a:pt x="16453" y="14541"/>
                    <a:pt x="16451" y="14341"/>
                  </a:cubicBezTo>
                  <a:lnTo>
                    <a:pt x="16350" y="4922"/>
                  </a:lnTo>
                  <a:cubicBezTo>
                    <a:pt x="16349" y="4721"/>
                    <a:pt x="16337" y="4521"/>
                    <a:pt x="16321" y="4521"/>
                  </a:cubicBezTo>
                  <a:lnTo>
                    <a:pt x="16165" y="4521"/>
                  </a:lnTo>
                  <a:cubicBezTo>
                    <a:pt x="16148" y="4521"/>
                    <a:pt x="16133" y="4721"/>
                    <a:pt x="16133" y="4966"/>
                  </a:cubicBezTo>
                  <a:lnTo>
                    <a:pt x="16133" y="5033"/>
                  </a:lnTo>
                  <a:lnTo>
                    <a:pt x="16279" y="15275"/>
                  </a:lnTo>
                  <a:cubicBezTo>
                    <a:pt x="16299" y="16613"/>
                    <a:pt x="16324" y="17146"/>
                    <a:pt x="16422" y="17146"/>
                  </a:cubicBezTo>
                  <a:lnTo>
                    <a:pt x="16466" y="17146"/>
                  </a:lnTo>
                  <a:cubicBezTo>
                    <a:pt x="16553" y="17146"/>
                    <a:pt x="16598" y="16567"/>
                    <a:pt x="16619" y="15410"/>
                  </a:cubicBezTo>
                  <a:lnTo>
                    <a:pt x="16746" y="8595"/>
                  </a:lnTo>
                  <a:cubicBezTo>
                    <a:pt x="16747" y="8507"/>
                    <a:pt x="16747" y="8484"/>
                    <a:pt x="16750" y="8484"/>
                  </a:cubicBezTo>
                  <a:cubicBezTo>
                    <a:pt x="16753" y="8484"/>
                    <a:pt x="16753" y="8507"/>
                    <a:pt x="16755" y="8595"/>
                  </a:cubicBezTo>
                  <a:lnTo>
                    <a:pt x="16882" y="15410"/>
                  </a:lnTo>
                  <a:cubicBezTo>
                    <a:pt x="16903" y="16567"/>
                    <a:pt x="16948" y="17146"/>
                    <a:pt x="17035" y="17146"/>
                  </a:cubicBezTo>
                  <a:lnTo>
                    <a:pt x="17078" y="17146"/>
                  </a:lnTo>
                  <a:cubicBezTo>
                    <a:pt x="17176" y="17146"/>
                    <a:pt x="17202" y="16613"/>
                    <a:pt x="17221" y="15275"/>
                  </a:cubicBezTo>
                  <a:lnTo>
                    <a:pt x="17367" y="5033"/>
                  </a:lnTo>
                  <a:lnTo>
                    <a:pt x="17367" y="4966"/>
                  </a:lnTo>
                  <a:close/>
                  <a:moveTo>
                    <a:pt x="15804" y="11713"/>
                  </a:moveTo>
                  <a:cubicBezTo>
                    <a:pt x="15804" y="13540"/>
                    <a:pt x="15745" y="14722"/>
                    <a:pt x="15632" y="14722"/>
                  </a:cubicBezTo>
                  <a:cubicBezTo>
                    <a:pt x="15520" y="14722"/>
                    <a:pt x="15460" y="13540"/>
                    <a:pt x="15460" y="11713"/>
                  </a:cubicBezTo>
                  <a:lnTo>
                    <a:pt x="15460" y="9910"/>
                  </a:lnTo>
                  <a:cubicBezTo>
                    <a:pt x="15460" y="8083"/>
                    <a:pt x="15520" y="6901"/>
                    <a:pt x="15632" y="6901"/>
                  </a:cubicBezTo>
                  <a:cubicBezTo>
                    <a:pt x="15745" y="6901"/>
                    <a:pt x="15804" y="8083"/>
                    <a:pt x="15804" y="9910"/>
                  </a:cubicBezTo>
                  <a:lnTo>
                    <a:pt x="15804" y="11713"/>
                  </a:lnTo>
                  <a:close/>
                  <a:moveTo>
                    <a:pt x="16016" y="11713"/>
                  </a:moveTo>
                  <a:lnTo>
                    <a:pt x="16016" y="9910"/>
                  </a:lnTo>
                  <a:cubicBezTo>
                    <a:pt x="16016" y="6722"/>
                    <a:pt x="15884" y="4365"/>
                    <a:pt x="15632" y="4365"/>
                  </a:cubicBezTo>
                  <a:cubicBezTo>
                    <a:pt x="15380" y="4365"/>
                    <a:pt x="15248" y="6722"/>
                    <a:pt x="15248" y="9910"/>
                  </a:cubicBezTo>
                  <a:lnTo>
                    <a:pt x="15248" y="11713"/>
                  </a:lnTo>
                  <a:cubicBezTo>
                    <a:pt x="15248" y="14899"/>
                    <a:pt x="15380" y="17258"/>
                    <a:pt x="15632" y="17258"/>
                  </a:cubicBezTo>
                  <a:cubicBezTo>
                    <a:pt x="15884" y="17258"/>
                    <a:pt x="16016" y="14899"/>
                    <a:pt x="16016" y="11713"/>
                  </a:cubicBezTo>
                  <a:moveTo>
                    <a:pt x="15042" y="16611"/>
                  </a:moveTo>
                  <a:lnTo>
                    <a:pt x="15042" y="9352"/>
                  </a:lnTo>
                  <a:cubicBezTo>
                    <a:pt x="15042" y="6523"/>
                    <a:pt x="14996" y="4365"/>
                    <a:pt x="14765" y="4365"/>
                  </a:cubicBezTo>
                  <a:cubicBezTo>
                    <a:pt x="14658" y="4365"/>
                    <a:pt x="14597" y="4610"/>
                    <a:pt x="14504" y="5432"/>
                  </a:cubicBezTo>
                  <a:lnTo>
                    <a:pt x="14504" y="4966"/>
                  </a:lnTo>
                  <a:cubicBezTo>
                    <a:pt x="14504" y="4721"/>
                    <a:pt x="14489" y="4521"/>
                    <a:pt x="14472" y="4521"/>
                  </a:cubicBezTo>
                  <a:lnTo>
                    <a:pt x="14332" y="4521"/>
                  </a:lnTo>
                  <a:cubicBezTo>
                    <a:pt x="14314" y="4521"/>
                    <a:pt x="14300" y="4721"/>
                    <a:pt x="14300" y="4966"/>
                  </a:cubicBezTo>
                  <a:lnTo>
                    <a:pt x="14300" y="16613"/>
                  </a:lnTo>
                  <a:cubicBezTo>
                    <a:pt x="14300" y="16856"/>
                    <a:pt x="14314" y="17079"/>
                    <a:pt x="14332" y="17079"/>
                  </a:cubicBezTo>
                  <a:lnTo>
                    <a:pt x="14480" y="17079"/>
                  </a:lnTo>
                  <a:cubicBezTo>
                    <a:pt x="14498" y="17079"/>
                    <a:pt x="14512" y="16856"/>
                    <a:pt x="14512" y="16613"/>
                  </a:cubicBezTo>
                  <a:lnTo>
                    <a:pt x="14512" y="7660"/>
                  </a:lnTo>
                  <a:cubicBezTo>
                    <a:pt x="14580" y="7167"/>
                    <a:pt x="14639" y="6857"/>
                    <a:pt x="14694" y="6857"/>
                  </a:cubicBezTo>
                  <a:cubicBezTo>
                    <a:pt x="14817" y="6857"/>
                    <a:pt x="14830" y="7413"/>
                    <a:pt x="14830" y="9352"/>
                  </a:cubicBezTo>
                  <a:lnTo>
                    <a:pt x="14830" y="16611"/>
                  </a:lnTo>
                  <a:cubicBezTo>
                    <a:pt x="14830" y="16856"/>
                    <a:pt x="14845" y="17079"/>
                    <a:pt x="14863" y="17079"/>
                  </a:cubicBezTo>
                  <a:lnTo>
                    <a:pt x="15010" y="17079"/>
                  </a:lnTo>
                  <a:cubicBezTo>
                    <a:pt x="15028" y="17079"/>
                    <a:pt x="15042" y="16856"/>
                    <a:pt x="15042" y="16611"/>
                  </a:cubicBezTo>
                  <a:moveTo>
                    <a:pt x="14126" y="16879"/>
                  </a:moveTo>
                  <a:cubicBezTo>
                    <a:pt x="14126" y="16813"/>
                    <a:pt x="14123" y="16723"/>
                    <a:pt x="14118" y="16613"/>
                  </a:cubicBezTo>
                  <a:lnTo>
                    <a:pt x="13704" y="8551"/>
                  </a:lnTo>
                  <a:lnTo>
                    <a:pt x="14115" y="1180"/>
                  </a:lnTo>
                  <a:cubicBezTo>
                    <a:pt x="14122" y="1069"/>
                    <a:pt x="14126" y="934"/>
                    <a:pt x="14126" y="824"/>
                  </a:cubicBezTo>
                  <a:cubicBezTo>
                    <a:pt x="14126" y="668"/>
                    <a:pt x="14117" y="556"/>
                    <a:pt x="14096" y="556"/>
                  </a:cubicBezTo>
                  <a:lnTo>
                    <a:pt x="13913" y="556"/>
                  </a:lnTo>
                  <a:cubicBezTo>
                    <a:pt x="13895" y="556"/>
                    <a:pt x="13884" y="578"/>
                    <a:pt x="13876" y="734"/>
                  </a:cubicBezTo>
                  <a:lnTo>
                    <a:pt x="13482" y="8060"/>
                  </a:lnTo>
                  <a:lnTo>
                    <a:pt x="13482" y="980"/>
                  </a:lnTo>
                  <a:cubicBezTo>
                    <a:pt x="13482" y="734"/>
                    <a:pt x="13468" y="556"/>
                    <a:pt x="13450" y="556"/>
                  </a:cubicBezTo>
                  <a:lnTo>
                    <a:pt x="13291" y="556"/>
                  </a:lnTo>
                  <a:cubicBezTo>
                    <a:pt x="13273" y="556"/>
                    <a:pt x="13259" y="734"/>
                    <a:pt x="13259" y="980"/>
                  </a:cubicBezTo>
                  <a:lnTo>
                    <a:pt x="13259" y="16634"/>
                  </a:lnTo>
                  <a:cubicBezTo>
                    <a:pt x="13259" y="16879"/>
                    <a:pt x="13273" y="17079"/>
                    <a:pt x="13291" y="17079"/>
                  </a:cubicBezTo>
                  <a:lnTo>
                    <a:pt x="13450" y="17079"/>
                  </a:lnTo>
                  <a:cubicBezTo>
                    <a:pt x="13468" y="17079"/>
                    <a:pt x="13482" y="16879"/>
                    <a:pt x="13482" y="16634"/>
                  </a:cubicBezTo>
                  <a:lnTo>
                    <a:pt x="13482" y="9242"/>
                  </a:lnTo>
                  <a:lnTo>
                    <a:pt x="13850" y="16836"/>
                  </a:lnTo>
                  <a:cubicBezTo>
                    <a:pt x="13858" y="17013"/>
                    <a:pt x="13868" y="17079"/>
                    <a:pt x="13887" y="17079"/>
                  </a:cubicBezTo>
                  <a:lnTo>
                    <a:pt x="14102" y="17079"/>
                  </a:lnTo>
                  <a:cubicBezTo>
                    <a:pt x="14118" y="17079"/>
                    <a:pt x="14126" y="17013"/>
                    <a:pt x="14126" y="16879"/>
                  </a:cubicBezTo>
                  <a:moveTo>
                    <a:pt x="12397" y="9733"/>
                  </a:moveTo>
                  <a:lnTo>
                    <a:pt x="12057" y="9733"/>
                  </a:lnTo>
                  <a:lnTo>
                    <a:pt x="12057" y="9643"/>
                  </a:lnTo>
                  <a:cubicBezTo>
                    <a:pt x="12057" y="7883"/>
                    <a:pt x="12129" y="6901"/>
                    <a:pt x="12229" y="6901"/>
                  </a:cubicBezTo>
                  <a:cubicBezTo>
                    <a:pt x="12328" y="6901"/>
                    <a:pt x="12397" y="7904"/>
                    <a:pt x="12397" y="9643"/>
                  </a:cubicBezTo>
                  <a:lnTo>
                    <a:pt x="12397" y="9733"/>
                  </a:lnTo>
                  <a:close/>
                  <a:moveTo>
                    <a:pt x="12611" y="11268"/>
                  </a:moveTo>
                  <a:lnTo>
                    <a:pt x="12611" y="10022"/>
                  </a:lnTo>
                  <a:cubicBezTo>
                    <a:pt x="12611" y="6701"/>
                    <a:pt x="12476" y="4365"/>
                    <a:pt x="12229" y="4365"/>
                  </a:cubicBezTo>
                  <a:cubicBezTo>
                    <a:pt x="11983" y="4365"/>
                    <a:pt x="11843" y="6545"/>
                    <a:pt x="11843" y="10022"/>
                  </a:cubicBezTo>
                  <a:lnTo>
                    <a:pt x="11843" y="11668"/>
                  </a:lnTo>
                  <a:cubicBezTo>
                    <a:pt x="11843" y="16055"/>
                    <a:pt x="12071" y="17258"/>
                    <a:pt x="12232" y="17258"/>
                  </a:cubicBezTo>
                  <a:cubicBezTo>
                    <a:pt x="12377" y="17258"/>
                    <a:pt x="12439" y="17146"/>
                    <a:pt x="12544" y="16879"/>
                  </a:cubicBezTo>
                  <a:cubicBezTo>
                    <a:pt x="12572" y="16813"/>
                    <a:pt x="12577" y="16657"/>
                    <a:pt x="12577" y="16301"/>
                  </a:cubicBezTo>
                  <a:lnTo>
                    <a:pt x="12577" y="14832"/>
                  </a:lnTo>
                  <a:cubicBezTo>
                    <a:pt x="12577" y="14609"/>
                    <a:pt x="12564" y="14499"/>
                    <a:pt x="12548" y="14499"/>
                  </a:cubicBezTo>
                  <a:lnTo>
                    <a:pt x="12544" y="14499"/>
                  </a:lnTo>
                  <a:cubicBezTo>
                    <a:pt x="12476" y="14589"/>
                    <a:pt x="12365" y="14722"/>
                    <a:pt x="12248" y="14722"/>
                  </a:cubicBezTo>
                  <a:cubicBezTo>
                    <a:pt x="12094" y="14722"/>
                    <a:pt x="12055" y="13184"/>
                    <a:pt x="12055" y="11890"/>
                  </a:cubicBezTo>
                  <a:lnTo>
                    <a:pt x="12055" y="11824"/>
                  </a:lnTo>
                  <a:lnTo>
                    <a:pt x="12579" y="11824"/>
                  </a:lnTo>
                  <a:cubicBezTo>
                    <a:pt x="12601" y="11824"/>
                    <a:pt x="12611" y="11624"/>
                    <a:pt x="12611" y="11268"/>
                  </a:cubicBezTo>
                  <a:moveTo>
                    <a:pt x="11701" y="16703"/>
                  </a:moveTo>
                  <a:lnTo>
                    <a:pt x="11701" y="15300"/>
                  </a:lnTo>
                  <a:cubicBezTo>
                    <a:pt x="11701" y="15078"/>
                    <a:pt x="11689" y="14967"/>
                    <a:pt x="11668" y="14967"/>
                  </a:cubicBezTo>
                  <a:lnTo>
                    <a:pt x="11583" y="14967"/>
                  </a:lnTo>
                  <a:cubicBezTo>
                    <a:pt x="11525" y="14967"/>
                    <a:pt x="11520" y="14832"/>
                    <a:pt x="11520" y="13719"/>
                  </a:cubicBezTo>
                  <a:lnTo>
                    <a:pt x="11520" y="6722"/>
                  </a:lnTo>
                  <a:lnTo>
                    <a:pt x="11664" y="6722"/>
                  </a:lnTo>
                  <a:cubicBezTo>
                    <a:pt x="11682" y="6722"/>
                    <a:pt x="11697" y="6523"/>
                    <a:pt x="11697" y="6279"/>
                  </a:cubicBezTo>
                  <a:lnTo>
                    <a:pt x="11697" y="4966"/>
                  </a:lnTo>
                  <a:cubicBezTo>
                    <a:pt x="11697" y="4721"/>
                    <a:pt x="11682" y="4521"/>
                    <a:pt x="11664" y="4521"/>
                  </a:cubicBezTo>
                  <a:lnTo>
                    <a:pt x="11520" y="4521"/>
                  </a:lnTo>
                  <a:lnTo>
                    <a:pt x="11520" y="2226"/>
                  </a:lnTo>
                  <a:cubicBezTo>
                    <a:pt x="11520" y="2004"/>
                    <a:pt x="11509" y="1893"/>
                    <a:pt x="11494" y="1893"/>
                  </a:cubicBezTo>
                  <a:lnTo>
                    <a:pt x="11488" y="1893"/>
                  </a:lnTo>
                  <a:lnTo>
                    <a:pt x="11338" y="2249"/>
                  </a:lnTo>
                  <a:cubicBezTo>
                    <a:pt x="11321" y="2293"/>
                    <a:pt x="11306" y="2449"/>
                    <a:pt x="11306" y="2694"/>
                  </a:cubicBezTo>
                  <a:lnTo>
                    <a:pt x="11306" y="4521"/>
                  </a:lnTo>
                  <a:lnTo>
                    <a:pt x="11155" y="4521"/>
                  </a:lnTo>
                  <a:cubicBezTo>
                    <a:pt x="11138" y="4521"/>
                    <a:pt x="11123" y="4721"/>
                    <a:pt x="11123" y="4966"/>
                  </a:cubicBezTo>
                  <a:lnTo>
                    <a:pt x="11123" y="5967"/>
                  </a:lnTo>
                  <a:cubicBezTo>
                    <a:pt x="11123" y="6210"/>
                    <a:pt x="11138" y="6366"/>
                    <a:pt x="11155" y="6412"/>
                  </a:cubicBezTo>
                  <a:lnTo>
                    <a:pt x="11306" y="6722"/>
                  </a:lnTo>
                  <a:lnTo>
                    <a:pt x="11306" y="13719"/>
                  </a:lnTo>
                  <a:cubicBezTo>
                    <a:pt x="11306" y="16703"/>
                    <a:pt x="11380" y="17258"/>
                    <a:pt x="11562" y="17258"/>
                  </a:cubicBezTo>
                  <a:cubicBezTo>
                    <a:pt x="11597" y="17258"/>
                    <a:pt x="11632" y="17191"/>
                    <a:pt x="11671" y="17102"/>
                  </a:cubicBezTo>
                  <a:cubicBezTo>
                    <a:pt x="11692" y="17058"/>
                    <a:pt x="11701" y="16925"/>
                    <a:pt x="11701" y="16703"/>
                  </a:cubicBezTo>
                  <a:moveTo>
                    <a:pt x="10795" y="14295"/>
                  </a:moveTo>
                  <a:cubicBezTo>
                    <a:pt x="10749" y="14655"/>
                    <a:pt x="10689" y="14922"/>
                    <a:pt x="10631" y="14922"/>
                  </a:cubicBezTo>
                  <a:cubicBezTo>
                    <a:pt x="10551" y="14922"/>
                    <a:pt x="10516" y="14632"/>
                    <a:pt x="10516" y="13540"/>
                  </a:cubicBezTo>
                  <a:lnTo>
                    <a:pt x="10516" y="13451"/>
                  </a:lnTo>
                  <a:cubicBezTo>
                    <a:pt x="10516" y="12202"/>
                    <a:pt x="10548" y="11555"/>
                    <a:pt x="10694" y="11555"/>
                  </a:cubicBezTo>
                  <a:lnTo>
                    <a:pt x="10795" y="11555"/>
                  </a:lnTo>
                  <a:lnTo>
                    <a:pt x="10795" y="14295"/>
                  </a:lnTo>
                  <a:close/>
                  <a:moveTo>
                    <a:pt x="11007" y="16636"/>
                  </a:moveTo>
                  <a:lnTo>
                    <a:pt x="11007" y="8618"/>
                  </a:lnTo>
                  <a:cubicBezTo>
                    <a:pt x="11007" y="5767"/>
                    <a:pt x="10882" y="4365"/>
                    <a:pt x="10654" y="4365"/>
                  </a:cubicBezTo>
                  <a:cubicBezTo>
                    <a:pt x="10543" y="4365"/>
                    <a:pt x="10450" y="4544"/>
                    <a:pt x="10386" y="4721"/>
                  </a:cubicBezTo>
                  <a:cubicBezTo>
                    <a:pt x="10365" y="4787"/>
                    <a:pt x="10355" y="4943"/>
                    <a:pt x="10355" y="5189"/>
                  </a:cubicBezTo>
                  <a:lnTo>
                    <a:pt x="10355" y="6612"/>
                  </a:lnTo>
                  <a:cubicBezTo>
                    <a:pt x="10355" y="6924"/>
                    <a:pt x="10368" y="6991"/>
                    <a:pt x="10384" y="6991"/>
                  </a:cubicBezTo>
                  <a:lnTo>
                    <a:pt x="10392" y="6991"/>
                  </a:lnTo>
                  <a:cubicBezTo>
                    <a:pt x="10445" y="6901"/>
                    <a:pt x="10551" y="6812"/>
                    <a:pt x="10654" y="6812"/>
                  </a:cubicBezTo>
                  <a:cubicBezTo>
                    <a:pt x="10749" y="6812"/>
                    <a:pt x="10795" y="7169"/>
                    <a:pt x="10795" y="8618"/>
                  </a:cubicBezTo>
                  <a:lnTo>
                    <a:pt x="10795" y="9600"/>
                  </a:lnTo>
                  <a:lnTo>
                    <a:pt x="10694" y="9600"/>
                  </a:lnTo>
                  <a:cubicBezTo>
                    <a:pt x="10414" y="9600"/>
                    <a:pt x="10302" y="10910"/>
                    <a:pt x="10302" y="13451"/>
                  </a:cubicBezTo>
                  <a:lnTo>
                    <a:pt x="10302" y="13540"/>
                  </a:lnTo>
                  <a:cubicBezTo>
                    <a:pt x="10302" y="16547"/>
                    <a:pt x="10447" y="17258"/>
                    <a:pt x="10580" y="17258"/>
                  </a:cubicBezTo>
                  <a:cubicBezTo>
                    <a:pt x="10657" y="17258"/>
                    <a:pt x="10733" y="16902"/>
                    <a:pt x="10807" y="16278"/>
                  </a:cubicBezTo>
                  <a:lnTo>
                    <a:pt x="10807" y="16636"/>
                  </a:lnTo>
                  <a:cubicBezTo>
                    <a:pt x="10807" y="16879"/>
                    <a:pt x="10821" y="17079"/>
                    <a:pt x="10839" y="17079"/>
                  </a:cubicBezTo>
                  <a:lnTo>
                    <a:pt x="10975" y="17079"/>
                  </a:lnTo>
                  <a:cubicBezTo>
                    <a:pt x="10993" y="17079"/>
                    <a:pt x="11007" y="16879"/>
                    <a:pt x="11007" y="16634"/>
                  </a:cubicBezTo>
                  <a:lnTo>
                    <a:pt x="11007" y="16636"/>
                  </a:lnTo>
                  <a:close/>
                  <a:moveTo>
                    <a:pt x="9916" y="9733"/>
                  </a:moveTo>
                  <a:lnTo>
                    <a:pt x="9576" y="9733"/>
                  </a:lnTo>
                  <a:lnTo>
                    <a:pt x="9576" y="9643"/>
                  </a:lnTo>
                  <a:cubicBezTo>
                    <a:pt x="9576" y="7883"/>
                    <a:pt x="9648" y="6901"/>
                    <a:pt x="9748" y="6901"/>
                  </a:cubicBezTo>
                  <a:cubicBezTo>
                    <a:pt x="9847" y="6901"/>
                    <a:pt x="9916" y="7904"/>
                    <a:pt x="9916" y="9643"/>
                  </a:cubicBezTo>
                  <a:lnTo>
                    <a:pt x="9916" y="9733"/>
                  </a:lnTo>
                  <a:close/>
                  <a:moveTo>
                    <a:pt x="10130" y="11268"/>
                  </a:moveTo>
                  <a:lnTo>
                    <a:pt x="10130" y="10022"/>
                  </a:lnTo>
                  <a:cubicBezTo>
                    <a:pt x="10130" y="6701"/>
                    <a:pt x="9995" y="4365"/>
                    <a:pt x="9748" y="4365"/>
                  </a:cubicBezTo>
                  <a:cubicBezTo>
                    <a:pt x="9502" y="4365"/>
                    <a:pt x="9362" y="6545"/>
                    <a:pt x="9362" y="10022"/>
                  </a:cubicBezTo>
                  <a:lnTo>
                    <a:pt x="9362" y="11668"/>
                  </a:lnTo>
                  <a:cubicBezTo>
                    <a:pt x="9362" y="16055"/>
                    <a:pt x="9590" y="17258"/>
                    <a:pt x="9751" y="17258"/>
                  </a:cubicBezTo>
                  <a:cubicBezTo>
                    <a:pt x="9895" y="17258"/>
                    <a:pt x="9958" y="17146"/>
                    <a:pt x="10063" y="16879"/>
                  </a:cubicBezTo>
                  <a:cubicBezTo>
                    <a:pt x="10091" y="16813"/>
                    <a:pt x="10096" y="16657"/>
                    <a:pt x="10096" y="16301"/>
                  </a:cubicBezTo>
                  <a:lnTo>
                    <a:pt x="10096" y="14832"/>
                  </a:lnTo>
                  <a:cubicBezTo>
                    <a:pt x="10096" y="14609"/>
                    <a:pt x="10083" y="14499"/>
                    <a:pt x="10067" y="14499"/>
                  </a:cubicBezTo>
                  <a:lnTo>
                    <a:pt x="10063" y="14499"/>
                  </a:lnTo>
                  <a:cubicBezTo>
                    <a:pt x="9995" y="14589"/>
                    <a:pt x="9884" y="14722"/>
                    <a:pt x="9767" y="14722"/>
                  </a:cubicBezTo>
                  <a:cubicBezTo>
                    <a:pt x="9612" y="14722"/>
                    <a:pt x="9574" y="13184"/>
                    <a:pt x="9574" y="11890"/>
                  </a:cubicBezTo>
                  <a:lnTo>
                    <a:pt x="9574" y="11824"/>
                  </a:lnTo>
                  <a:lnTo>
                    <a:pt x="10098" y="11824"/>
                  </a:lnTo>
                  <a:cubicBezTo>
                    <a:pt x="10120" y="11824"/>
                    <a:pt x="10130" y="11624"/>
                    <a:pt x="10130" y="11268"/>
                  </a:cubicBezTo>
                  <a:moveTo>
                    <a:pt x="9259" y="6412"/>
                  </a:moveTo>
                  <a:lnTo>
                    <a:pt x="9259" y="4810"/>
                  </a:lnTo>
                  <a:cubicBezTo>
                    <a:pt x="9259" y="4565"/>
                    <a:pt x="9245" y="4365"/>
                    <a:pt x="9227" y="4365"/>
                  </a:cubicBezTo>
                  <a:cubicBezTo>
                    <a:pt x="9163" y="4365"/>
                    <a:pt x="9076" y="4588"/>
                    <a:pt x="8997" y="5432"/>
                  </a:cubicBezTo>
                  <a:lnTo>
                    <a:pt x="8997" y="4966"/>
                  </a:lnTo>
                  <a:cubicBezTo>
                    <a:pt x="8997" y="4721"/>
                    <a:pt x="8983" y="4521"/>
                    <a:pt x="8965" y="4521"/>
                  </a:cubicBezTo>
                  <a:lnTo>
                    <a:pt x="8825" y="4521"/>
                  </a:lnTo>
                  <a:cubicBezTo>
                    <a:pt x="8808" y="4521"/>
                    <a:pt x="8793" y="4721"/>
                    <a:pt x="8793" y="4966"/>
                  </a:cubicBezTo>
                  <a:lnTo>
                    <a:pt x="8793" y="16613"/>
                  </a:lnTo>
                  <a:cubicBezTo>
                    <a:pt x="8793" y="16856"/>
                    <a:pt x="8808" y="17079"/>
                    <a:pt x="8825" y="17079"/>
                  </a:cubicBezTo>
                  <a:lnTo>
                    <a:pt x="8973" y="17079"/>
                  </a:lnTo>
                  <a:cubicBezTo>
                    <a:pt x="8991" y="17079"/>
                    <a:pt x="9005" y="16856"/>
                    <a:pt x="9005" y="16613"/>
                  </a:cubicBezTo>
                  <a:lnTo>
                    <a:pt x="9005" y="7660"/>
                  </a:lnTo>
                  <a:cubicBezTo>
                    <a:pt x="9073" y="7172"/>
                    <a:pt x="9140" y="6859"/>
                    <a:pt x="9227" y="6859"/>
                  </a:cubicBezTo>
                  <a:cubicBezTo>
                    <a:pt x="9245" y="6859"/>
                    <a:pt x="9259" y="6658"/>
                    <a:pt x="9259" y="6414"/>
                  </a:cubicBezTo>
                  <a:lnTo>
                    <a:pt x="9259" y="6412"/>
                  </a:lnTo>
                  <a:close/>
                  <a:moveTo>
                    <a:pt x="8592" y="16390"/>
                  </a:moveTo>
                  <a:lnTo>
                    <a:pt x="8592" y="14899"/>
                  </a:lnTo>
                  <a:cubicBezTo>
                    <a:pt x="8592" y="14632"/>
                    <a:pt x="8584" y="14433"/>
                    <a:pt x="8560" y="14433"/>
                  </a:cubicBezTo>
                  <a:lnTo>
                    <a:pt x="8557" y="14433"/>
                  </a:lnTo>
                  <a:cubicBezTo>
                    <a:pt x="8501" y="14499"/>
                    <a:pt x="8391" y="14609"/>
                    <a:pt x="8306" y="14609"/>
                  </a:cubicBezTo>
                  <a:cubicBezTo>
                    <a:pt x="8171" y="14609"/>
                    <a:pt x="8073" y="13540"/>
                    <a:pt x="8073" y="10444"/>
                  </a:cubicBezTo>
                  <a:lnTo>
                    <a:pt x="8073" y="7169"/>
                  </a:lnTo>
                  <a:cubicBezTo>
                    <a:pt x="8073" y="4005"/>
                    <a:pt x="8171" y="3004"/>
                    <a:pt x="8306" y="3004"/>
                  </a:cubicBezTo>
                  <a:cubicBezTo>
                    <a:pt x="8391" y="3004"/>
                    <a:pt x="8501" y="3114"/>
                    <a:pt x="8557" y="3181"/>
                  </a:cubicBezTo>
                  <a:lnTo>
                    <a:pt x="8560" y="3181"/>
                  </a:lnTo>
                  <a:cubicBezTo>
                    <a:pt x="8584" y="3181"/>
                    <a:pt x="8592" y="2981"/>
                    <a:pt x="8592" y="2715"/>
                  </a:cubicBezTo>
                  <a:lnTo>
                    <a:pt x="8592" y="1223"/>
                  </a:lnTo>
                  <a:cubicBezTo>
                    <a:pt x="8592" y="911"/>
                    <a:pt x="8578" y="801"/>
                    <a:pt x="8557" y="712"/>
                  </a:cubicBezTo>
                  <a:cubicBezTo>
                    <a:pt x="8533" y="622"/>
                    <a:pt x="8427" y="356"/>
                    <a:pt x="8303" y="356"/>
                  </a:cubicBezTo>
                  <a:cubicBezTo>
                    <a:pt x="8110" y="356"/>
                    <a:pt x="7848" y="1579"/>
                    <a:pt x="7848" y="7169"/>
                  </a:cubicBezTo>
                  <a:lnTo>
                    <a:pt x="7848" y="10444"/>
                  </a:lnTo>
                  <a:cubicBezTo>
                    <a:pt x="7848" y="15945"/>
                    <a:pt x="8110" y="17258"/>
                    <a:pt x="8303" y="17258"/>
                  </a:cubicBezTo>
                  <a:cubicBezTo>
                    <a:pt x="8427" y="17258"/>
                    <a:pt x="8533" y="16992"/>
                    <a:pt x="8557" y="16902"/>
                  </a:cubicBezTo>
                  <a:cubicBezTo>
                    <a:pt x="8578" y="16813"/>
                    <a:pt x="8592" y="16703"/>
                    <a:pt x="8592" y="16390"/>
                  </a:cubicBezTo>
                  <a:moveTo>
                    <a:pt x="7205" y="16634"/>
                  </a:moveTo>
                  <a:lnTo>
                    <a:pt x="7205" y="14121"/>
                  </a:lnTo>
                  <a:cubicBezTo>
                    <a:pt x="7205" y="13875"/>
                    <a:pt x="7191" y="13696"/>
                    <a:pt x="7173" y="13696"/>
                  </a:cubicBezTo>
                  <a:lnTo>
                    <a:pt x="7030" y="13696"/>
                  </a:lnTo>
                  <a:cubicBezTo>
                    <a:pt x="7013" y="13696"/>
                    <a:pt x="6998" y="13875"/>
                    <a:pt x="6998" y="14121"/>
                  </a:cubicBezTo>
                  <a:lnTo>
                    <a:pt x="6998" y="16634"/>
                  </a:lnTo>
                  <a:cubicBezTo>
                    <a:pt x="6998" y="16879"/>
                    <a:pt x="7013" y="17079"/>
                    <a:pt x="7030" y="17079"/>
                  </a:cubicBezTo>
                  <a:lnTo>
                    <a:pt x="7173" y="17079"/>
                  </a:lnTo>
                  <a:cubicBezTo>
                    <a:pt x="7191" y="17079"/>
                    <a:pt x="7205" y="16879"/>
                    <a:pt x="7205" y="16634"/>
                  </a:cubicBezTo>
                  <a:moveTo>
                    <a:pt x="6929" y="2736"/>
                  </a:moveTo>
                  <a:lnTo>
                    <a:pt x="6929" y="980"/>
                  </a:lnTo>
                  <a:cubicBezTo>
                    <a:pt x="6929" y="734"/>
                    <a:pt x="6915" y="556"/>
                    <a:pt x="6897" y="556"/>
                  </a:cubicBezTo>
                  <a:lnTo>
                    <a:pt x="6111" y="556"/>
                  </a:lnTo>
                  <a:cubicBezTo>
                    <a:pt x="6094" y="556"/>
                    <a:pt x="6079" y="734"/>
                    <a:pt x="6079" y="980"/>
                  </a:cubicBezTo>
                  <a:lnTo>
                    <a:pt x="6079" y="2736"/>
                  </a:lnTo>
                  <a:cubicBezTo>
                    <a:pt x="6079" y="2981"/>
                    <a:pt x="6094" y="3137"/>
                    <a:pt x="6111" y="3137"/>
                  </a:cubicBezTo>
                  <a:lnTo>
                    <a:pt x="6392" y="3137"/>
                  </a:lnTo>
                  <a:lnTo>
                    <a:pt x="6392" y="16636"/>
                  </a:lnTo>
                  <a:cubicBezTo>
                    <a:pt x="6392" y="16879"/>
                    <a:pt x="6407" y="17079"/>
                    <a:pt x="6425" y="17079"/>
                  </a:cubicBezTo>
                  <a:lnTo>
                    <a:pt x="6584" y="17079"/>
                  </a:lnTo>
                  <a:cubicBezTo>
                    <a:pt x="6601" y="17079"/>
                    <a:pt x="6616" y="16879"/>
                    <a:pt x="6616" y="16636"/>
                  </a:cubicBezTo>
                  <a:lnTo>
                    <a:pt x="6616" y="3137"/>
                  </a:lnTo>
                  <a:lnTo>
                    <a:pt x="6897" y="3137"/>
                  </a:lnTo>
                  <a:cubicBezTo>
                    <a:pt x="6915" y="3137"/>
                    <a:pt x="6929" y="2981"/>
                    <a:pt x="6929" y="2736"/>
                  </a:cubicBezTo>
                  <a:moveTo>
                    <a:pt x="5894" y="16636"/>
                  </a:moveTo>
                  <a:lnTo>
                    <a:pt x="5894" y="978"/>
                  </a:lnTo>
                  <a:cubicBezTo>
                    <a:pt x="5894" y="734"/>
                    <a:pt x="5880" y="556"/>
                    <a:pt x="5862" y="556"/>
                  </a:cubicBezTo>
                  <a:lnTo>
                    <a:pt x="5703" y="556"/>
                  </a:lnTo>
                  <a:cubicBezTo>
                    <a:pt x="5685" y="556"/>
                    <a:pt x="5671" y="734"/>
                    <a:pt x="5671" y="978"/>
                  </a:cubicBezTo>
                  <a:lnTo>
                    <a:pt x="5671" y="16636"/>
                  </a:lnTo>
                  <a:cubicBezTo>
                    <a:pt x="5671" y="16879"/>
                    <a:pt x="5685" y="17079"/>
                    <a:pt x="5703" y="17079"/>
                  </a:cubicBezTo>
                  <a:lnTo>
                    <a:pt x="5862" y="17079"/>
                  </a:lnTo>
                  <a:cubicBezTo>
                    <a:pt x="5880" y="17079"/>
                    <a:pt x="5894" y="16879"/>
                    <a:pt x="5894" y="16636"/>
                  </a:cubicBezTo>
                  <a:moveTo>
                    <a:pt x="4996" y="16611"/>
                  </a:moveTo>
                  <a:lnTo>
                    <a:pt x="4996" y="9352"/>
                  </a:lnTo>
                  <a:cubicBezTo>
                    <a:pt x="4996" y="6523"/>
                    <a:pt x="4949" y="4365"/>
                    <a:pt x="4718" y="4365"/>
                  </a:cubicBezTo>
                  <a:cubicBezTo>
                    <a:pt x="4612" y="4365"/>
                    <a:pt x="4551" y="4610"/>
                    <a:pt x="4457" y="5432"/>
                  </a:cubicBezTo>
                  <a:lnTo>
                    <a:pt x="4457" y="4966"/>
                  </a:lnTo>
                  <a:cubicBezTo>
                    <a:pt x="4457" y="4721"/>
                    <a:pt x="4443" y="4521"/>
                    <a:pt x="4425" y="4521"/>
                  </a:cubicBezTo>
                  <a:lnTo>
                    <a:pt x="4286" y="4521"/>
                  </a:lnTo>
                  <a:cubicBezTo>
                    <a:pt x="4268" y="4521"/>
                    <a:pt x="4254" y="4721"/>
                    <a:pt x="4254" y="4966"/>
                  </a:cubicBezTo>
                  <a:lnTo>
                    <a:pt x="4254" y="16613"/>
                  </a:lnTo>
                  <a:cubicBezTo>
                    <a:pt x="4254" y="16856"/>
                    <a:pt x="4268" y="17079"/>
                    <a:pt x="4286" y="17079"/>
                  </a:cubicBezTo>
                  <a:lnTo>
                    <a:pt x="4433" y="17079"/>
                  </a:lnTo>
                  <a:cubicBezTo>
                    <a:pt x="4451" y="17079"/>
                    <a:pt x="4466" y="16856"/>
                    <a:pt x="4466" y="16613"/>
                  </a:cubicBezTo>
                  <a:lnTo>
                    <a:pt x="4466" y="7660"/>
                  </a:lnTo>
                  <a:cubicBezTo>
                    <a:pt x="4533" y="7167"/>
                    <a:pt x="4593" y="6857"/>
                    <a:pt x="4647" y="6857"/>
                  </a:cubicBezTo>
                  <a:cubicBezTo>
                    <a:pt x="4771" y="6857"/>
                    <a:pt x="4784" y="7413"/>
                    <a:pt x="4784" y="9352"/>
                  </a:cubicBezTo>
                  <a:lnTo>
                    <a:pt x="4784" y="16611"/>
                  </a:lnTo>
                  <a:cubicBezTo>
                    <a:pt x="4784" y="16856"/>
                    <a:pt x="4798" y="17079"/>
                    <a:pt x="4816" y="17079"/>
                  </a:cubicBezTo>
                  <a:lnTo>
                    <a:pt x="4964" y="17079"/>
                  </a:lnTo>
                  <a:cubicBezTo>
                    <a:pt x="4981" y="17079"/>
                    <a:pt x="4996" y="16856"/>
                    <a:pt x="4996" y="16611"/>
                  </a:cubicBezTo>
                  <a:moveTo>
                    <a:pt x="3850" y="18107"/>
                  </a:moveTo>
                  <a:cubicBezTo>
                    <a:pt x="3850" y="18908"/>
                    <a:pt x="3823" y="19376"/>
                    <a:pt x="3669" y="19376"/>
                  </a:cubicBezTo>
                  <a:cubicBezTo>
                    <a:pt x="3517" y="19376"/>
                    <a:pt x="3477" y="18821"/>
                    <a:pt x="3477" y="17905"/>
                  </a:cubicBezTo>
                  <a:lnTo>
                    <a:pt x="3477" y="17705"/>
                  </a:lnTo>
                  <a:cubicBezTo>
                    <a:pt x="3477" y="16902"/>
                    <a:pt x="3493" y="16613"/>
                    <a:pt x="3517" y="16145"/>
                  </a:cubicBezTo>
                  <a:lnTo>
                    <a:pt x="3661" y="16613"/>
                  </a:lnTo>
                  <a:cubicBezTo>
                    <a:pt x="3829" y="17171"/>
                    <a:pt x="3850" y="17460"/>
                    <a:pt x="3850" y="17951"/>
                  </a:cubicBezTo>
                  <a:lnTo>
                    <a:pt x="3850" y="18107"/>
                  </a:lnTo>
                  <a:close/>
                  <a:moveTo>
                    <a:pt x="3833" y="8840"/>
                  </a:moveTo>
                  <a:cubicBezTo>
                    <a:pt x="3833" y="9955"/>
                    <a:pt x="3794" y="10600"/>
                    <a:pt x="3661" y="10600"/>
                  </a:cubicBezTo>
                  <a:cubicBezTo>
                    <a:pt x="3511" y="10600"/>
                    <a:pt x="3487" y="9664"/>
                    <a:pt x="3487" y="8840"/>
                  </a:cubicBezTo>
                  <a:lnTo>
                    <a:pt x="3487" y="8661"/>
                  </a:lnTo>
                  <a:cubicBezTo>
                    <a:pt x="3487" y="7615"/>
                    <a:pt x="3524" y="6768"/>
                    <a:pt x="3661" y="6768"/>
                  </a:cubicBezTo>
                  <a:cubicBezTo>
                    <a:pt x="3799" y="6768"/>
                    <a:pt x="3833" y="7592"/>
                    <a:pt x="3833" y="8661"/>
                  </a:cubicBezTo>
                  <a:lnTo>
                    <a:pt x="3833" y="8840"/>
                  </a:lnTo>
                  <a:close/>
                  <a:moveTo>
                    <a:pt x="4080" y="6056"/>
                  </a:moveTo>
                  <a:lnTo>
                    <a:pt x="4080" y="5122"/>
                  </a:lnTo>
                  <a:cubicBezTo>
                    <a:pt x="4080" y="4787"/>
                    <a:pt x="4061" y="4521"/>
                    <a:pt x="4036" y="4521"/>
                  </a:cubicBezTo>
                  <a:lnTo>
                    <a:pt x="3661" y="4521"/>
                  </a:lnTo>
                  <a:cubicBezTo>
                    <a:pt x="3382" y="4521"/>
                    <a:pt x="3278" y="6389"/>
                    <a:pt x="3278" y="8618"/>
                  </a:cubicBezTo>
                  <a:lnTo>
                    <a:pt x="3278" y="8774"/>
                  </a:lnTo>
                  <a:cubicBezTo>
                    <a:pt x="3278" y="9889"/>
                    <a:pt x="3296" y="10690"/>
                    <a:pt x="3344" y="11381"/>
                  </a:cubicBezTo>
                  <a:cubicBezTo>
                    <a:pt x="3301" y="11803"/>
                    <a:pt x="3280" y="12492"/>
                    <a:pt x="3280" y="13182"/>
                  </a:cubicBezTo>
                  <a:lnTo>
                    <a:pt x="3280" y="13205"/>
                  </a:lnTo>
                  <a:cubicBezTo>
                    <a:pt x="3280" y="14006"/>
                    <a:pt x="3307" y="14786"/>
                    <a:pt x="3352" y="15254"/>
                  </a:cubicBezTo>
                  <a:cubicBezTo>
                    <a:pt x="3301" y="15901"/>
                    <a:pt x="3270" y="16792"/>
                    <a:pt x="3270" y="17705"/>
                  </a:cubicBezTo>
                  <a:lnTo>
                    <a:pt x="3270" y="17905"/>
                  </a:lnTo>
                  <a:cubicBezTo>
                    <a:pt x="3270" y="20244"/>
                    <a:pt x="3408" y="21600"/>
                    <a:pt x="3669" y="21600"/>
                  </a:cubicBezTo>
                  <a:cubicBezTo>
                    <a:pt x="3942" y="21600"/>
                    <a:pt x="4062" y="20377"/>
                    <a:pt x="4062" y="18107"/>
                  </a:cubicBezTo>
                  <a:lnTo>
                    <a:pt x="4062" y="17951"/>
                  </a:lnTo>
                  <a:cubicBezTo>
                    <a:pt x="4062" y="15566"/>
                    <a:pt x="3921" y="15098"/>
                    <a:pt x="3702" y="14385"/>
                  </a:cubicBezTo>
                  <a:lnTo>
                    <a:pt x="3513" y="13761"/>
                  </a:lnTo>
                  <a:cubicBezTo>
                    <a:pt x="3476" y="13650"/>
                    <a:pt x="3458" y="13471"/>
                    <a:pt x="3458" y="13026"/>
                  </a:cubicBezTo>
                  <a:cubicBezTo>
                    <a:pt x="3458" y="12826"/>
                    <a:pt x="3466" y="12625"/>
                    <a:pt x="3485" y="12448"/>
                  </a:cubicBezTo>
                  <a:cubicBezTo>
                    <a:pt x="3517" y="12625"/>
                    <a:pt x="3575" y="12826"/>
                    <a:pt x="3661" y="12826"/>
                  </a:cubicBezTo>
                  <a:cubicBezTo>
                    <a:pt x="3903" y="12826"/>
                    <a:pt x="4041" y="11557"/>
                    <a:pt x="4041" y="8774"/>
                  </a:cubicBezTo>
                  <a:lnTo>
                    <a:pt x="4041" y="8618"/>
                  </a:lnTo>
                  <a:cubicBezTo>
                    <a:pt x="4041" y="7837"/>
                    <a:pt x="4027" y="7346"/>
                    <a:pt x="4001" y="6835"/>
                  </a:cubicBezTo>
                  <a:lnTo>
                    <a:pt x="4054" y="6545"/>
                  </a:lnTo>
                  <a:cubicBezTo>
                    <a:pt x="4073" y="6433"/>
                    <a:pt x="4080" y="6389"/>
                    <a:pt x="4080" y="6056"/>
                  </a:cubicBezTo>
                  <a:moveTo>
                    <a:pt x="3053" y="16613"/>
                  </a:moveTo>
                  <a:lnTo>
                    <a:pt x="3053" y="4966"/>
                  </a:lnTo>
                  <a:cubicBezTo>
                    <a:pt x="3053" y="4721"/>
                    <a:pt x="3039" y="4521"/>
                    <a:pt x="3021" y="4521"/>
                  </a:cubicBezTo>
                  <a:lnTo>
                    <a:pt x="2873" y="4521"/>
                  </a:lnTo>
                  <a:cubicBezTo>
                    <a:pt x="2855" y="4521"/>
                    <a:pt x="2841" y="4721"/>
                    <a:pt x="2841" y="4966"/>
                  </a:cubicBezTo>
                  <a:lnTo>
                    <a:pt x="2841" y="16613"/>
                  </a:lnTo>
                  <a:cubicBezTo>
                    <a:pt x="2841" y="16856"/>
                    <a:pt x="2855" y="17079"/>
                    <a:pt x="2873" y="17079"/>
                  </a:cubicBezTo>
                  <a:lnTo>
                    <a:pt x="3021" y="17079"/>
                  </a:lnTo>
                  <a:cubicBezTo>
                    <a:pt x="3039" y="17079"/>
                    <a:pt x="3053" y="16856"/>
                    <a:pt x="3053" y="16613"/>
                  </a:cubicBezTo>
                  <a:moveTo>
                    <a:pt x="3058" y="2403"/>
                  </a:moveTo>
                  <a:lnTo>
                    <a:pt x="3058" y="445"/>
                  </a:lnTo>
                  <a:cubicBezTo>
                    <a:pt x="3058" y="200"/>
                    <a:pt x="3043" y="0"/>
                    <a:pt x="3026" y="0"/>
                  </a:cubicBezTo>
                  <a:lnTo>
                    <a:pt x="2870" y="0"/>
                  </a:lnTo>
                  <a:cubicBezTo>
                    <a:pt x="2852" y="0"/>
                    <a:pt x="2836" y="200"/>
                    <a:pt x="2836" y="445"/>
                  </a:cubicBezTo>
                  <a:lnTo>
                    <a:pt x="2836" y="2403"/>
                  </a:lnTo>
                  <a:cubicBezTo>
                    <a:pt x="2836" y="2646"/>
                    <a:pt x="2852" y="2848"/>
                    <a:pt x="2870" y="2848"/>
                  </a:cubicBezTo>
                  <a:lnTo>
                    <a:pt x="3026" y="2848"/>
                  </a:lnTo>
                  <a:cubicBezTo>
                    <a:pt x="3043" y="2848"/>
                    <a:pt x="3058" y="2646"/>
                    <a:pt x="3058" y="2403"/>
                  </a:cubicBezTo>
                  <a:moveTo>
                    <a:pt x="2635" y="13786"/>
                  </a:moveTo>
                  <a:cubicBezTo>
                    <a:pt x="2635" y="12650"/>
                    <a:pt x="2616" y="11535"/>
                    <a:pt x="2481" y="10398"/>
                  </a:cubicBezTo>
                  <a:lnTo>
                    <a:pt x="2270" y="8618"/>
                  </a:lnTo>
                  <a:cubicBezTo>
                    <a:pt x="2230" y="8283"/>
                    <a:pt x="2206" y="8060"/>
                    <a:pt x="2206" y="7704"/>
                  </a:cubicBezTo>
                  <a:cubicBezTo>
                    <a:pt x="2206" y="7013"/>
                    <a:pt x="2240" y="6768"/>
                    <a:pt x="2317" y="6768"/>
                  </a:cubicBezTo>
                  <a:cubicBezTo>
                    <a:pt x="2409" y="6768"/>
                    <a:pt x="2537" y="6945"/>
                    <a:pt x="2582" y="7034"/>
                  </a:cubicBezTo>
                  <a:lnTo>
                    <a:pt x="2589" y="7034"/>
                  </a:lnTo>
                  <a:cubicBezTo>
                    <a:pt x="2605" y="7034"/>
                    <a:pt x="2614" y="6878"/>
                    <a:pt x="2614" y="6612"/>
                  </a:cubicBezTo>
                  <a:lnTo>
                    <a:pt x="2614" y="5322"/>
                  </a:lnTo>
                  <a:cubicBezTo>
                    <a:pt x="2614" y="5054"/>
                    <a:pt x="2605" y="4877"/>
                    <a:pt x="2585" y="4810"/>
                  </a:cubicBezTo>
                  <a:cubicBezTo>
                    <a:pt x="2504" y="4565"/>
                    <a:pt x="2430" y="4365"/>
                    <a:pt x="2299" y="4365"/>
                  </a:cubicBezTo>
                  <a:cubicBezTo>
                    <a:pt x="2095" y="4365"/>
                    <a:pt x="1994" y="5478"/>
                    <a:pt x="1994" y="7704"/>
                  </a:cubicBezTo>
                  <a:cubicBezTo>
                    <a:pt x="1994" y="8996"/>
                    <a:pt x="2050" y="10109"/>
                    <a:pt x="2129" y="10777"/>
                  </a:cubicBezTo>
                  <a:lnTo>
                    <a:pt x="2349" y="12650"/>
                  </a:lnTo>
                  <a:cubicBezTo>
                    <a:pt x="2401" y="13095"/>
                    <a:pt x="2420" y="13363"/>
                    <a:pt x="2420" y="13786"/>
                  </a:cubicBezTo>
                  <a:cubicBezTo>
                    <a:pt x="2420" y="14387"/>
                    <a:pt x="2406" y="14855"/>
                    <a:pt x="2306" y="14855"/>
                  </a:cubicBezTo>
                  <a:cubicBezTo>
                    <a:pt x="2258" y="14855"/>
                    <a:pt x="2113" y="14745"/>
                    <a:pt x="2036" y="14609"/>
                  </a:cubicBezTo>
                  <a:lnTo>
                    <a:pt x="2030" y="14609"/>
                  </a:lnTo>
                  <a:cubicBezTo>
                    <a:pt x="2013" y="14609"/>
                    <a:pt x="2002" y="14788"/>
                    <a:pt x="2002" y="14967"/>
                  </a:cubicBezTo>
                  <a:lnTo>
                    <a:pt x="2002" y="16301"/>
                  </a:lnTo>
                  <a:cubicBezTo>
                    <a:pt x="2002" y="16567"/>
                    <a:pt x="2013" y="16746"/>
                    <a:pt x="2033" y="16813"/>
                  </a:cubicBezTo>
                  <a:cubicBezTo>
                    <a:pt x="2123" y="17146"/>
                    <a:pt x="2258" y="17258"/>
                    <a:pt x="2320" y="17258"/>
                  </a:cubicBezTo>
                  <a:cubicBezTo>
                    <a:pt x="2531" y="17258"/>
                    <a:pt x="2635" y="15722"/>
                    <a:pt x="2635" y="13786"/>
                  </a:cubicBezTo>
                  <a:moveTo>
                    <a:pt x="1607" y="9733"/>
                  </a:moveTo>
                  <a:lnTo>
                    <a:pt x="1266" y="9733"/>
                  </a:lnTo>
                  <a:lnTo>
                    <a:pt x="1266" y="9643"/>
                  </a:lnTo>
                  <a:cubicBezTo>
                    <a:pt x="1266" y="7883"/>
                    <a:pt x="1338" y="6901"/>
                    <a:pt x="1438" y="6901"/>
                  </a:cubicBezTo>
                  <a:cubicBezTo>
                    <a:pt x="1538" y="6901"/>
                    <a:pt x="1607" y="7904"/>
                    <a:pt x="1607" y="9643"/>
                  </a:cubicBezTo>
                  <a:lnTo>
                    <a:pt x="1607" y="9733"/>
                  </a:lnTo>
                  <a:close/>
                  <a:moveTo>
                    <a:pt x="1820" y="11268"/>
                  </a:moveTo>
                  <a:lnTo>
                    <a:pt x="1820" y="10022"/>
                  </a:lnTo>
                  <a:cubicBezTo>
                    <a:pt x="1820" y="6701"/>
                    <a:pt x="1686" y="4365"/>
                    <a:pt x="1438" y="4365"/>
                  </a:cubicBezTo>
                  <a:cubicBezTo>
                    <a:pt x="1192" y="4365"/>
                    <a:pt x="1052" y="6545"/>
                    <a:pt x="1052" y="10022"/>
                  </a:cubicBezTo>
                  <a:lnTo>
                    <a:pt x="1052" y="11668"/>
                  </a:lnTo>
                  <a:cubicBezTo>
                    <a:pt x="1052" y="16055"/>
                    <a:pt x="1280" y="17258"/>
                    <a:pt x="1441" y="17258"/>
                  </a:cubicBezTo>
                  <a:cubicBezTo>
                    <a:pt x="1586" y="17258"/>
                    <a:pt x="1649" y="17146"/>
                    <a:pt x="1753" y="16879"/>
                  </a:cubicBezTo>
                  <a:cubicBezTo>
                    <a:pt x="1782" y="16813"/>
                    <a:pt x="1787" y="16657"/>
                    <a:pt x="1787" y="16301"/>
                  </a:cubicBezTo>
                  <a:lnTo>
                    <a:pt x="1787" y="14832"/>
                  </a:lnTo>
                  <a:cubicBezTo>
                    <a:pt x="1787" y="14609"/>
                    <a:pt x="1774" y="14499"/>
                    <a:pt x="1758" y="14499"/>
                  </a:cubicBezTo>
                  <a:lnTo>
                    <a:pt x="1753" y="14499"/>
                  </a:lnTo>
                  <a:cubicBezTo>
                    <a:pt x="1686" y="14589"/>
                    <a:pt x="1575" y="14722"/>
                    <a:pt x="1457" y="14722"/>
                  </a:cubicBezTo>
                  <a:cubicBezTo>
                    <a:pt x="1303" y="14722"/>
                    <a:pt x="1264" y="13184"/>
                    <a:pt x="1264" y="11890"/>
                  </a:cubicBezTo>
                  <a:lnTo>
                    <a:pt x="1264" y="11824"/>
                  </a:lnTo>
                  <a:lnTo>
                    <a:pt x="1788" y="11824"/>
                  </a:lnTo>
                  <a:cubicBezTo>
                    <a:pt x="1811" y="11824"/>
                    <a:pt x="1820" y="11624"/>
                    <a:pt x="1820" y="11268"/>
                  </a:cubicBezTo>
                  <a:moveTo>
                    <a:pt x="641" y="10444"/>
                  </a:moveTo>
                  <a:cubicBezTo>
                    <a:pt x="641" y="13786"/>
                    <a:pt x="519" y="14655"/>
                    <a:pt x="358" y="14655"/>
                  </a:cubicBezTo>
                  <a:cubicBezTo>
                    <a:pt x="299" y="14655"/>
                    <a:pt x="257" y="14609"/>
                    <a:pt x="223" y="14589"/>
                  </a:cubicBezTo>
                  <a:lnTo>
                    <a:pt x="223" y="3025"/>
                  </a:lnTo>
                  <a:cubicBezTo>
                    <a:pt x="257" y="3004"/>
                    <a:pt x="299" y="2958"/>
                    <a:pt x="358" y="2958"/>
                  </a:cubicBezTo>
                  <a:cubicBezTo>
                    <a:pt x="519" y="2958"/>
                    <a:pt x="641" y="3828"/>
                    <a:pt x="641" y="7169"/>
                  </a:cubicBezTo>
                  <a:lnTo>
                    <a:pt x="641" y="10444"/>
                  </a:lnTo>
                  <a:close/>
                  <a:moveTo>
                    <a:pt x="863" y="10444"/>
                  </a:moveTo>
                  <a:lnTo>
                    <a:pt x="863" y="7169"/>
                  </a:lnTo>
                  <a:cubicBezTo>
                    <a:pt x="863" y="2759"/>
                    <a:pt x="680" y="356"/>
                    <a:pt x="358" y="356"/>
                  </a:cubicBezTo>
                  <a:cubicBezTo>
                    <a:pt x="244" y="356"/>
                    <a:pt x="90" y="512"/>
                    <a:pt x="42" y="622"/>
                  </a:cubicBezTo>
                  <a:cubicBezTo>
                    <a:pt x="14" y="689"/>
                    <a:pt x="0" y="868"/>
                    <a:pt x="0" y="1313"/>
                  </a:cubicBezTo>
                  <a:lnTo>
                    <a:pt x="0" y="16301"/>
                  </a:lnTo>
                  <a:cubicBezTo>
                    <a:pt x="0" y="16746"/>
                    <a:pt x="14" y="16925"/>
                    <a:pt x="42" y="16992"/>
                  </a:cubicBezTo>
                  <a:cubicBezTo>
                    <a:pt x="90" y="17102"/>
                    <a:pt x="244" y="17258"/>
                    <a:pt x="358" y="17258"/>
                  </a:cubicBezTo>
                  <a:cubicBezTo>
                    <a:pt x="680" y="17258"/>
                    <a:pt x="863" y="14855"/>
                    <a:pt x="863" y="10444"/>
                  </a:cubicBezTo>
                </a:path>
              </a:pathLst>
            </a:custGeom>
            <a:solidFill>
              <a:srgbClr val="FFFFFF"/>
            </a:solidFill>
            <a:ln w="12700" cap="flat">
              <a:noFill/>
              <a:miter lim="400000"/>
            </a:ln>
            <a:effectLst/>
          </p:spPr>
          <p:txBody>
            <a:bodyPr wrap="square" lIns="45719" tIns="45719" rIns="45719" bIns="45719" numCol="1" anchor="ctr">
              <a:noAutofit/>
            </a:bodyPr>
            <a:lstStyle/>
            <a:p>
              <a:pPr/>
            </a:p>
          </p:txBody>
        </p:sp>
        <p:sp>
          <p:nvSpPr>
            <p:cNvPr id="80" name="Freihandform: Form 18"/>
            <p:cNvSpPr/>
            <p:nvPr/>
          </p:nvSpPr>
          <p:spPr>
            <a:xfrm>
              <a:off x="1856537" y="82089"/>
              <a:ext cx="17509" cy="206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8757"/>
                  </a:moveTo>
                  <a:lnTo>
                    <a:pt x="21600" y="2696"/>
                  </a:lnTo>
                  <a:cubicBezTo>
                    <a:pt x="21600" y="1143"/>
                    <a:pt x="20096" y="0"/>
                    <a:pt x="18250" y="0"/>
                  </a:cubicBezTo>
                  <a:lnTo>
                    <a:pt x="3350" y="0"/>
                  </a:lnTo>
                  <a:cubicBezTo>
                    <a:pt x="1518" y="0"/>
                    <a:pt x="0" y="1143"/>
                    <a:pt x="0" y="2696"/>
                  </a:cubicBezTo>
                  <a:lnTo>
                    <a:pt x="0" y="18757"/>
                  </a:lnTo>
                  <a:cubicBezTo>
                    <a:pt x="0" y="20325"/>
                    <a:pt x="1518" y="21600"/>
                    <a:pt x="3350" y="21600"/>
                  </a:cubicBezTo>
                  <a:lnTo>
                    <a:pt x="18250" y="21600"/>
                  </a:lnTo>
                  <a:cubicBezTo>
                    <a:pt x="20096" y="21600"/>
                    <a:pt x="21600" y="20325"/>
                    <a:pt x="21600" y="18757"/>
                  </a:cubicBezTo>
                </a:path>
              </a:pathLst>
            </a:custGeom>
            <a:solidFill>
              <a:srgbClr val="FFFFFF"/>
            </a:solidFill>
            <a:ln w="12700" cap="flat">
              <a:noFill/>
              <a:miter lim="400000"/>
            </a:ln>
            <a:effectLst/>
          </p:spPr>
          <p:txBody>
            <a:bodyPr wrap="square" lIns="45719" tIns="45719" rIns="45719" bIns="45719" numCol="1" anchor="ctr">
              <a:noAutofit/>
            </a:bodyPr>
            <a:lstStyle/>
            <a:p>
              <a:pPr/>
            </a:p>
          </p:txBody>
        </p:sp>
      </p:grpSp>
      <p:sp>
        <p:nvSpPr>
          <p:cNvPr id="82" name="Bildplatzhalter 27"/>
          <p:cNvSpPr/>
          <p:nvPr>
            <p:ph type="pic" idx="21"/>
          </p:nvPr>
        </p:nvSpPr>
        <p:spPr>
          <a:xfrm>
            <a:off x="5976937" y="-1863"/>
            <a:ext cx="6215063" cy="6858001"/>
          </a:xfrm>
          <a:prstGeom prst="rect">
            <a:avLst/>
          </a:prstGeom>
        </p:spPr>
        <p:txBody>
          <a:bodyPr lIns="91439" tIns="45719" rIns="91439" bIns="45719">
            <a:noAutofit/>
          </a:bodyPr>
          <a:lstStyle/>
          <a:p>
            <a:pPr/>
          </a:p>
        </p:txBody>
      </p:sp>
      <p:sp>
        <p:nvSpPr>
          <p:cNvPr id="83" name="Grafik 13"/>
          <p:cNvSpPr/>
          <p:nvPr/>
        </p:nvSpPr>
        <p:spPr>
          <a:xfrm>
            <a:off x="269478" y="257679"/>
            <a:ext cx="11647787" cy="63315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lnTo>
                  <a:pt x="5010" y="21600"/>
                </a:lnTo>
                <a:cubicBezTo>
                  <a:pt x="5005" y="21600"/>
                  <a:pt x="5001" y="21593"/>
                  <a:pt x="5001" y="21584"/>
                </a:cubicBezTo>
                <a:cubicBezTo>
                  <a:pt x="5001" y="21575"/>
                  <a:pt x="5005" y="21568"/>
                  <a:pt x="5010" y="21568"/>
                </a:cubicBezTo>
                <a:lnTo>
                  <a:pt x="21582" y="21568"/>
                </a:lnTo>
                <a:lnTo>
                  <a:pt x="21582" y="32"/>
                </a:lnTo>
                <a:lnTo>
                  <a:pt x="18" y="32"/>
                </a:lnTo>
                <a:lnTo>
                  <a:pt x="18" y="21568"/>
                </a:lnTo>
                <a:lnTo>
                  <a:pt x="1144" y="21568"/>
                </a:lnTo>
                <a:cubicBezTo>
                  <a:pt x="1148" y="21568"/>
                  <a:pt x="1152" y="21575"/>
                  <a:pt x="1152" y="21584"/>
                </a:cubicBezTo>
                <a:cubicBezTo>
                  <a:pt x="1152" y="21593"/>
                  <a:pt x="1148" y="21600"/>
                  <a:pt x="1144" y="21600"/>
                </a:cubicBezTo>
                <a:lnTo>
                  <a:pt x="0" y="21600"/>
                </a:lnTo>
                <a:lnTo>
                  <a:pt x="0" y="0"/>
                </a:lnTo>
                <a:lnTo>
                  <a:pt x="21600" y="0"/>
                </a:lnTo>
                <a:lnTo>
                  <a:pt x="21600" y="21600"/>
                </a:lnTo>
                <a:close/>
              </a:path>
            </a:pathLst>
          </a:custGeom>
          <a:solidFill>
            <a:srgbClr val="FFFFFF"/>
          </a:solidFill>
          <a:ln w="12700">
            <a:miter lim="400000"/>
          </a:ln>
        </p:spPr>
        <p:txBody>
          <a:bodyPr lIns="45719" rIns="45719" anchor="ctr"/>
          <a:lstStyle/>
          <a:p>
            <a:pPr/>
          </a:p>
        </p:txBody>
      </p:sp>
      <p:sp>
        <p:nvSpPr>
          <p:cNvPr id="84" name="Slide Number"/>
          <p:cNvSpPr txBox="1"/>
          <p:nvPr>
            <p:ph type="sldNum" sz="quarter" idx="2"/>
          </p:nvPr>
        </p:nvSpPr>
        <p:spPr>
          <a:xfrm>
            <a:off x="5892800" y="6172200"/>
            <a:ext cx="2844800" cy="3683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ig Picture – Textbox left">
    <p:spTree>
      <p:nvGrpSpPr>
        <p:cNvPr id="1" name=""/>
        <p:cNvGrpSpPr/>
        <p:nvPr/>
      </p:nvGrpSpPr>
      <p:grpSpPr>
        <a:xfrm>
          <a:off x="0" y="0"/>
          <a:ext cx="0" cy="0"/>
          <a:chOff x="0" y="0"/>
          <a:chExt cx="0" cy="0"/>
        </a:xfrm>
      </p:grpSpPr>
      <p:sp>
        <p:nvSpPr>
          <p:cNvPr id="91" name="Bildplatzhalter 6"/>
          <p:cNvSpPr/>
          <p:nvPr>
            <p:ph type="pic" idx="21"/>
          </p:nvPr>
        </p:nvSpPr>
        <p:spPr>
          <a:xfrm>
            <a:off x="451292" y="1417672"/>
            <a:ext cx="11292002" cy="4958284"/>
          </a:xfrm>
          <a:prstGeom prst="rect">
            <a:avLst/>
          </a:prstGeom>
        </p:spPr>
        <p:txBody>
          <a:bodyPr lIns="91439" tIns="45719" rIns="91439" bIns="45719">
            <a:noAutofit/>
          </a:bodyPr>
          <a:lstStyle/>
          <a:p>
            <a:pPr/>
          </a:p>
        </p:txBody>
      </p:sp>
      <p:sp>
        <p:nvSpPr>
          <p:cNvPr id="92" name="Body Level One…"/>
          <p:cNvSpPr txBox="1"/>
          <p:nvPr>
            <p:ph type="body" sz="quarter" idx="1" hasCustomPrompt="1"/>
          </p:nvPr>
        </p:nvSpPr>
        <p:spPr>
          <a:xfrm>
            <a:off x="0" y="5271230"/>
            <a:ext cx="4283075" cy="685070"/>
          </a:xfrm>
          <a:prstGeom prst="rect">
            <a:avLst/>
          </a:prstGeom>
          <a:solidFill>
            <a:srgbClr val="5A6065"/>
          </a:solidFill>
        </p:spPr>
        <p:txBody>
          <a:bodyPr lIns="179999" tIns="179999" rIns="179999" bIns="179999" anchor="b"/>
          <a:lstStyle>
            <a:lvl1pPr marL="0" indent="0">
              <a:lnSpc>
                <a:spcPts val="2100"/>
              </a:lnSpc>
              <a:buClrTx/>
              <a:buSzTx/>
              <a:buNone/>
              <a:defRPr sz="1400">
                <a:solidFill>
                  <a:srgbClr val="FFFFFF"/>
                </a:solidFill>
              </a:defRPr>
            </a:lvl1pPr>
            <a:lvl2pPr marL="0" indent="0">
              <a:lnSpc>
                <a:spcPts val="2100"/>
              </a:lnSpc>
              <a:buClrTx/>
              <a:buSzTx/>
              <a:buNone/>
              <a:defRPr sz="1400">
                <a:solidFill>
                  <a:srgbClr val="FFFFFF"/>
                </a:solidFill>
              </a:defRPr>
            </a:lvl2pPr>
            <a:lvl3pPr marL="0" indent="0">
              <a:lnSpc>
                <a:spcPts val="2100"/>
              </a:lnSpc>
              <a:buClrTx/>
              <a:buSzTx/>
              <a:buNone/>
              <a:defRPr sz="1400">
                <a:solidFill>
                  <a:srgbClr val="FFFFFF"/>
                </a:solidFill>
              </a:defRPr>
            </a:lvl3pPr>
            <a:lvl4pPr marL="0" indent="0">
              <a:lnSpc>
                <a:spcPts val="2100"/>
              </a:lnSpc>
              <a:buClrTx/>
              <a:buSzTx/>
              <a:buNone/>
              <a:defRPr sz="1400">
                <a:solidFill>
                  <a:srgbClr val="FFFFFF"/>
                </a:solidFill>
              </a:defRPr>
            </a:lvl4pPr>
            <a:lvl5pPr marL="0" indent="0">
              <a:lnSpc>
                <a:spcPts val="2100"/>
              </a:lnSpc>
              <a:buClrTx/>
              <a:buSzTx/>
              <a:buNone/>
              <a:defRPr sz="1400">
                <a:solidFill>
                  <a:srgbClr val="FFFFFF"/>
                </a:solidFill>
              </a:defRPr>
            </a:lvl5pPr>
          </a:lstStyle>
          <a:p>
            <a:pPr/>
            <a:r>
              <a:t>Enter Text here.</a:t>
            </a:r>
          </a:p>
          <a:p>
            <a:pPr lvl="1"/>
            <a:r>
              <a:t/>
            </a:r>
          </a:p>
          <a:p>
            <a:pPr lvl="2"/>
            <a:r>
              <a:t/>
            </a:r>
          </a:p>
          <a:p>
            <a:pPr lvl="3"/>
            <a:r>
              <a:t/>
            </a:r>
          </a:p>
          <a:p>
            <a:pPr lvl="4"/>
            <a:r>
              <a:t/>
            </a:r>
          </a:p>
        </p:txBody>
      </p:sp>
      <p:sp>
        <p:nvSpPr>
          <p:cNvPr id="93" name="Write your titlemaximum two lines"/>
          <p:cNvSpPr txBox="1"/>
          <p:nvPr>
            <p:ph type="title" hasCustomPrompt="1"/>
          </p:nvPr>
        </p:nvSpPr>
        <p:spPr>
          <a:prstGeom prst="rect">
            <a:avLst/>
          </a:prstGeom>
        </p:spPr>
        <p:txBody>
          <a:bodyPr/>
          <a:lstStyle/>
          <a:p>
            <a:pPr/>
            <a:r>
              <a:t>Write your titlemaximum two lines</a:t>
            </a:r>
          </a:p>
        </p:txBody>
      </p:sp>
      <p:sp>
        <p:nvSpPr>
          <p:cNvPr id="94" name="Slide Number"/>
          <p:cNvSpPr txBox="1"/>
          <p:nvPr>
            <p:ph type="sldNum" sz="quarter" idx="2"/>
          </p:nvPr>
        </p:nvSpPr>
        <p:spPr>
          <a:prstGeom prst="rect">
            <a:avLst/>
          </a:prstGeom>
        </p:spPr>
        <p:txBody>
          <a:bodyPr/>
          <a:lstStyle/>
          <a:p>
            <a:pPr/>
            <a:fld id="{86CB4B4D-7CA3-9044-876B-883B54F8677D}" type="slidenum"/>
          </a:p>
        </p:txBody>
      </p:sp>
      <p:pic>
        <p:nvPicPr>
          <p:cNvPr id="95" name="Grafik 1" descr="Grafik 1"/>
          <p:cNvPicPr>
            <a:picLocks noChangeAspect="1"/>
          </p:cNvPicPr>
          <p:nvPr/>
        </p:nvPicPr>
        <p:blipFill>
          <a:blip r:embed="rId2">
            <a:extLst/>
          </a:blip>
          <a:stretch>
            <a:fillRect/>
          </a:stretch>
        </p:blipFill>
        <p:spPr>
          <a:xfrm>
            <a:off x="11211783" y="260099"/>
            <a:ext cx="720001" cy="720001"/>
          </a:xfrm>
          <a:prstGeom prst="rect">
            <a:avLst/>
          </a:prstGeom>
          <a:ln w="12700">
            <a:miter lim="400000"/>
          </a:ln>
        </p:spPr>
      </p:pic>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ig Picture – Textbox right">
    <p:spTree>
      <p:nvGrpSpPr>
        <p:cNvPr id="1" name=""/>
        <p:cNvGrpSpPr/>
        <p:nvPr/>
      </p:nvGrpSpPr>
      <p:grpSpPr>
        <a:xfrm>
          <a:off x="0" y="0"/>
          <a:ext cx="0" cy="0"/>
          <a:chOff x="0" y="0"/>
          <a:chExt cx="0" cy="0"/>
        </a:xfrm>
      </p:grpSpPr>
      <p:sp>
        <p:nvSpPr>
          <p:cNvPr id="102" name="Bildplatzhalter 6"/>
          <p:cNvSpPr/>
          <p:nvPr>
            <p:ph type="pic" idx="21"/>
          </p:nvPr>
        </p:nvSpPr>
        <p:spPr>
          <a:xfrm>
            <a:off x="451292" y="1417672"/>
            <a:ext cx="11292002" cy="4958284"/>
          </a:xfrm>
          <a:prstGeom prst="rect">
            <a:avLst/>
          </a:prstGeom>
        </p:spPr>
        <p:txBody>
          <a:bodyPr lIns="91439" tIns="45719" rIns="91439" bIns="45719">
            <a:noAutofit/>
          </a:bodyPr>
          <a:lstStyle/>
          <a:p>
            <a:pPr/>
          </a:p>
        </p:txBody>
      </p:sp>
      <p:sp>
        <p:nvSpPr>
          <p:cNvPr id="103" name="Body Level One…"/>
          <p:cNvSpPr txBox="1"/>
          <p:nvPr>
            <p:ph type="body" sz="quarter" idx="1" hasCustomPrompt="1"/>
          </p:nvPr>
        </p:nvSpPr>
        <p:spPr>
          <a:xfrm>
            <a:off x="7908927" y="5271230"/>
            <a:ext cx="4283076" cy="685070"/>
          </a:xfrm>
          <a:prstGeom prst="rect">
            <a:avLst/>
          </a:prstGeom>
          <a:solidFill>
            <a:srgbClr val="5A6065"/>
          </a:solidFill>
        </p:spPr>
        <p:txBody>
          <a:bodyPr lIns="179999" tIns="179999" rIns="179999" bIns="179999" anchor="b"/>
          <a:lstStyle>
            <a:lvl1pPr marL="0" indent="0">
              <a:lnSpc>
                <a:spcPts val="2100"/>
              </a:lnSpc>
              <a:buClrTx/>
              <a:buSzTx/>
              <a:buNone/>
              <a:defRPr sz="1400">
                <a:solidFill>
                  <a:srgbClr val="FFFFFF"/>
                </a:solidFill>
              </a:defRPr>
            </a:lvl1pPr>
            <a:lvl2pPr marL="0" indent="0">
              <a:lnSpc>
                <a:spcPts val="2100"/>
              </a:lnSpc>
              <a:buClrTx/>
              <a:buSzTx/>
              <a:buNone/>
              <a:defRPr sz="1400">
                <a:solidFill>
                  <a:srgbClr val="FFFFFF"/>
                </a:solidFill>
              </a:defRPr>
            </a:lvl2pPr>
            <a:lvl3pPr marL="0" indent="0">
              <a:lnSpc>
                <a:spcPts val="2100"/>
              </a:lnSpc>
              <a:buClrTx/>
              <a:buSzTx/>
              <a:buNone/>
              <a:defRPr sz="1400">
                <a:solidFill>
                  <a:srgbClr val="FFFFFF"/>
                </a:solidFill>
              </a:defRPr>
            </a:lvl3pPr>
            <a:lvl4pPr marL="0" indent="0">
              <a:lnSpc>
                <a:spcPts val="2100"/>
              </a:lnSpc>
              <a:buClrTx/>
              <a:buSzTx/>
              <a:buNone/>
              <a:defRPr sz="1400">
                <a:solidFill>
                  <a:srgbClr val="FFFFFF"/>
                </a:solidFill>
              </a:defRPr>
            </a:lvl4pPr>
            <a:lvl5pPr marL="0" indent="0">
              <a:lnSpc>
                <a:spcPts val="2100"/>
              </a:lnSpc>
              <a:buClrTx/>
              <a:buSzTx/>
              <a:buNone/>
              <a:defRPr sz="1400">
                <a:solidFill>
                  <a:srgbClr val="FFFFFF"/>
                </a:solidFill>
              </a:defRPr>
            </a:lvl5pPr>
          </a:lstStyle>
          <a:p>
            <a:pPr/>
            <a:r>
              <a:t>Enter Text here.</a:t>
            </a:r>
          </a:p>
          <a:p>
            <a:pPr lvl="1"/>
            <a:r>
              <a:t/>
            </a:r>
          </a:p>
          <a:p>
            <a:pPr lvl="2"/>
            <a:r>
              <a:t/>
            </a:r>
          </a:p>
          <a:p>
            <a:pPr lvl="3"/>
            <a:r>
              <a:t/>
            </a:r>
          </a:p>
          <a:p>
            <a:pPr lvl="4"/>
            <a:r>
              <a:t/>
            </a:r>
          </a:p>
        </p:txBody>
      </p:sp>
      <p:sp>
        <p:nvSpPr>
          <p:cNvPr id="104" name="Write your titlemaximum two lines"/>
          <p:cNvSpPr txBox="1"/>
          <p:nvPr>
            <p:ph type="title" hasCustomPrompt="1"/>
          </p:nvPr>
        </p:nvSpPr>
        <p:spPr>
          <a:prstGeom prst="rect">
            <a:avLst/>
          </a:prstGeom>
        </p:spPr>
        <p:txBody>
          <a:bodyPr/>
          <a:lstStyle/>
          <a:p>
            <a:pPr/>
            <a:r>
              <a:t>Write your titlemaximum two lines</a:t>
            </a:r>
          </a:p>
        </p:txBody>
      </p:sp>
      <p:sp>
        <p:nvSpPr>
          <p:cNvPr id="105" name="Slide Number"/>
          <p:cNvSpPr txBox="1"/>
          <p:nvPr>
            <p:ph type="sldNum" sz="quarter" idx="2"/>
          </p:nvPr>
        </p:nvSpPr>
        <p:spPr>
          <a:prstGeom prst="rect">
            <a:avLst/>
          </a:prstGeom>
        </p:spPr>
        <p:txBody>
          <a:bodyPr/>
          <a:lstStyle/>
          <a:p>
            <a:pPr/>
            <a:fld id="{86CB4B4D-7CA3-9044-876B-883B54F8677D}" type="slidenum"/>
          </a:p>
        </p:txBody>
      </p:sp>
      <p:pic>
        <p:nvPicPr>
          <p:cNvPr id="106" name="Grafik 2" descr="Grafik 2"/>
          <p:cNvPicPr>
            <a:picLocks noChangeAspect="1"/>
          </p:cNvPicPr>
          <p:nvPr/>
        </p:nvPicPr>
        <p:blipFill>
          <a:blip r:embed="rId2">
            <a:extLst/>
          </a:blip>
          <a:stretch>
            <a:fillRect/>
          </a:stretch>
        </p:blipFill>
        <p:spPr>
          <a:xfrm>
            <a:off x="11211783" y="260099"/>
            <a:ext cx="720001" cy="720001"/>
          </a:xfrm>
          <a:prstGeom prst="rect">
            <a:avLst/>
          </a:prstGeom>
          <a:ln w="12700">
            <a:miter lim="400000"/>
          </a:ln>
        </p:spPr>
      </p:pic>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2 Topics">
    <p:spTree>
      <p:nvGrpSpPr>
        <p:cNvPr id="1" name=""/>
        <p:cNvGrpSpPr/>
        <p:nvPr/>
      </p:nvGrpSpPr>
      <p:grpSpPr>
        <a:xfrm>
          <a:off x="0" y="0"/>
          <a:ext cx="0" cy="0"/>
          <a:chOff x="0" y="0"/>
          <a:chExt cx="0" cy="0"/>
        </a:xfrm>
      </p:grpSpPr>
      <p:pic>
        <p:nvPicPr>
          <p:cNvPr id="113" name="Grafik 5" descr="Grafik 5"/>
          <p:cNvPicPr>
            <a:picLocks noChangeAspect="1"/>
          </p:cNvPicPr>
          <p:nvPr/>
        </p:nvPicPr>
        <p:blipFill>
          <a:blip r:embed="rId2">
            <a:extLst/>
          </a:blip>
          <a:stretch>
            <a:fillRect/>
          </a:stretch>
        </p:blipFill>
        <p:spPr>
          <a:xfrm>
            <a:off x="11211783" y="260099"/>
            <a:ext cx="720001" cy="720001"/>
          </a:xfrm>
          <a:prstGeom prst="rect">
            <a:avLst/>
          </a:prstGeom>
          <a:ln w="12700">
            <a:miter lim="400000"/>
          </a:ln>
        </p:spPr>
      </p:pic>
      <p:sp>
        <p:nvSpPr>
          <p:cNvPr id="114" name="Body Level One…"/>
          <p:cNvSpPr txBox="1"/>
          <p:nvPr>
            <p:ph type="body" sz="quarter" idx="1" hasCustomPrompt="1"/>
          </p:nvPr>
        </p:nvSpPr>
        <p:spPr>
          <a:xfrm>
            <a:off x="450000" y="1417672"/>
            <a:ext cx="5540401" cy="655638"/>
          </a:xfrm>
          <a:prstGeom prst="rect">
            <a:avLst/>
          </a:prstGeom>
          <a:solidFill>
            <a:schemeClr val="accent2"/>
          </a:solidFill>
        </p:spPr>
        <p:txBody>
          <a:bodyPr anchor="ctr"/>
          <a:lstStyle>
            <a:lvl1pPr marL="0" indent="0" algn="ctr">
              <a:lnSpc>
                <a:spcPts val="2800"/>
              </a:lnSpc>
              <a:buClrTx/>
              <a:buSzTx/>
              <a:buNone/>
              <a:defRPr sz="2000">
                <a:solidFill>
                  <a:srgbClr val="FFFFFF"/>
                </a:solidFill>
              </a:defRPr>
            </a:lvl1pPr>
            <a:lvl2pPr marL="0" indent="0" algn="ctr">
              <a:lnSpc>
                <a:spcPts val="2800"/>
              </a:lnSpc>
              <a:buClrTx/>
              <a:buSzTx/>
              <a:buNone/>
              <a:defRPr sz="2000">
                <a:solidFill>
                  <a:srgbClr val="FFFFFF"/>
                </a:solidFill>
              </a:defRPr>
            </a:lvl2pPr>
            <a:lvl3pPr marL="0" indent="0" algn="ctr">
              <a:lnSpc>
                <a:spcPts val="2800"/>
              </a:lnSpc>
              <a:buClrTx/>
              <a:buSzTx/>
              <a:buNone/>
              <a:defRPr sz="2000">
                <a:solidFill>
                  <a:srgbClr val="FFFFFF"/>
                </a:solidFill>
              </a:defRPr>
            </a:lvl3pPr>
            <a:lvl4pPr marL="0" indent="863999" algn="ctr">
              <a:lnSpc>
                <a:spcPts val="2800"/>
              </a:lnSpc>
              <a:buClrTx/>
              <a:buSzTx/>
              <a:buNone/>
              <a:defRPr sz="2000">
                <a:solidFill>
                  <a:srgbClr val="FFFFFF"/>
                </a:solidFill>
              </a:defRPr>
            </a:lvl4pPr>
            <a:lvl5pPr marL="0" indent="0" algn="ctr">
              <a:lnSpc>
                <a:spcPts val="2800"/>
              </a:lnSpc>
              <a:buClrTx/>
              <a:buSzTx/>
              <a:buNone/>
              <a:defRPr sz="2000">
                <a:solidFill>
                  <a:srgbClr val="FFFFFF"/>
                </a:solidFill>
              </a:defRPr>
            </a:lvl5pPr>
          </a:lstStyle>
          <a:p>
            <a:pPr/>
            <a:r>
              <a:t>Enter Topic</a:t>
            </a:r>
          </a:p>
          <a:p>
            <a:pPr lvl="1"/>
            <a:r>
              <a:t/>
            </a:r>
          </a:p>
          <a:p>
            <a:pPr lvl="2"/>
            <a:r>
              <a:t/>
            </a:r>
          </a:p>
          <a:p>
            <a:pPr lvl="3"/>
            <a:r>
              <a:t/>
            </a:r>
          </a:p>
          <a:p>
            <a:pPr lvl="4"/>
            <a:r>
              <a:t/>
            </a:r>
          </a:p>
        </p:txBody>
      </p:sp>
      <p:sp>
        <p:nvSpPr>
          <p:cNvPr id="115" name="Textplatzhalter 9"/>
          <p:cNvSpPr/>
          <p:nvPr>
            <p:ph type="body" sz="quarter" idx="21" hasCustomPrompt="1"/>
          </p:nvPr>
        </p:nvSpPr>
        <p:spPr>
          <a:xfrm>
            <a:off x="6201838" y="1417672"/>
            <a:ext cx="5541457" cy="655638"/>
          </a:xfrm>
          <a:prstGeom prst="rect">
            <a:avLst/>
          </a:prstGeom>
          <a:solidFill>
            <a:schemeClr val="accent1"/>
          </a:solidFill>
        </p:spPr>
        <p:txBody>
          <a:bodyPr anchor="ctr"/>
          <a:lstStyle>
            <a:lvl1pPr marL="0" indent="0" algn="ctr">
              <a:lnSpc>
                <a:spcPts val="2800"/>
              </a:lnSpc>
              <a:buClrTx/>
              <a:buSzTx/>
              <a:buNone/>
              <a:defRPr sz="2000">
                <a:solidFill>
                  <a:srgbClr val="FFFFFF"/>
                </a:solidFill>
              </a:defRPr>
            </a:lvl1pPr>
          </a:lstStyle>
          <a:p>
            <a:pPr/>
            <a:r>
              <a:t>Enter Topic</a:t>
            </a:r>
          </a:p>
        </p:txBody>
      </p:sp>
      <p:sp>
        <p:nvSpPr>
          <p:cNvPr id="116" name="Textplatzhalter 13"/>
          <p:cNvSpPr/>
          <p:nvPr>
            <p:ph type="body" sz="half" idx="22" hasCustomPrompt="1"/>
          </p:nvPr>
        </p:nvSpPr>
        <p:spPr>
          <a:xfrm>
            <a:off x="449999" y="2073310"/>
            <a:ext cx="5540402" cy="4302646"/>
          </a:xfrm>
          <a:prstGeom prst="rect">
            <a:avLst/>
          </a:prstGeom>
          <a:solidFill>
            <a:schemeClr val="accent4"/>
          </a:solidFill>
        </p:spPr>
        <p:txBody>
          <a:bodyPr lIns="144000" tIns="144000" rIns="144000" bIns="144000"/>
          <a:lstStyle>
            <a:lvl1pPr marL="0" indent="0">
              <a:lnSpc>
                <a:spcPts val="2200"/>
              </a:lnSpc>
              <a:buClrTx/>
              <a:buSzTx/>
              <a:buNone/>
              <a:defRPr b="1" sz="1600"/>
            </a:lvl1pPr>
          </a:lstStyle>
          <a:p>
            <a:pPr/>
            <a:r>
              <a:t>First Level
Second Level</a:t>
            </a:r>
          </a:p>
        </p:txBody>
      </p:sp>
      <p:sp>
        <p:nvSpPr>
          <p:cNvPr id="117" name="Textplatzhalter 13"/>
          <p:cNvSpPr/>
          <p:nvPr>
            <p:ph type="body" sz="half" idx="23" hasCustomPrompt="1"/>
          </p:nvPr>
        </p:nvSpPr>
        <p:spPr>
          <a:xfrm>
            <a:off x="6201838" y="2073310"/>
            <a:ext cx="5541457" cy="4302646"/>
          </a:xfrm>
          <a:prstGeom prst="rect">
            <a:avLst/>
          </a:prstGeom>
          <a:solidFill>
            <a:schemeClr val="accent4"/>
          </a:solidFill>
        </p:spPr>
        <p:txBody>
          <a:bodyPr lIns="144000" tIns="144000" rIns="144000" bIns="144000"/>
          <a:lstStyle>
            <a:lvl1pPr marL="0" indent="0">
              <a:lnSpc>
                <a:spcPts val="2200"/>
              </a:lnSpc>
              <a:buClrTx/>
              <a:buSzTx/>
              <a:buNone/>
              <a:defRPr b="1" sz="1600"/>
            </a:lvl1pPr>
          </a:lstStyle>
          <a:p>
            <a:pPr/>
            <a:r>
              <a:t>First Level
Second Level</a:t>
            </a:r>
          </a:p>
        </p:txBody>
      </p:sp>
      <p:sp>
        <p:nvSpPr>
          <p:cNvPr id="118" name="Write your titlemaximum two lines"/>
          <p:cNvSpPr txBox="1"/>
          <p:nvPr>
            <p:ph type="title" hasCustomPrompt="1"/>
          </p:nvPr>
        </p:nvSpPr>
        <p:spPr>
          <a:prstGeom prst="rect">
            <a:avLst/>
          </a:prstGeom>
        </p:spPr>
        <p:txBody>
          <a:bodyPr/>
          <a:lstStyle/>
          <a:p>
            <a:pPr/>
            <a:r>
              <a:t>Write your titlemaximum two lines</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3 Topics">
    <p:spTree>
      <p:nvGrpSpPr>
        <p:cNvPr id="1" name=""/>
        <p:cNvGrpSpPr/>
        <p:nvPr/>
      </p:nvGrpSpPr>
      <p:grpSpPr>
        <a:xfrm>
          <a:off x="0" y="0"/>
          <a:ext cx="0" cy="0"/>
          <a:chOff x="0" y="0"/>
          <a:chExt cx="0" cy="0"/>
        </a:xfrm>
      </p:grpSpPr>
      <p:pic>
        <p:nvPicPr>
          <p:cNvPr id="126" name="Grafik 5" descr="Grafik 5"/>
          <p:cNvPicPr>
            <a:picLocks noChangeAspect="1"/>
          </p:cNvPicPr>
          <p:nvPr/>
        </p:nvPicPr>
        <p:blipFill>
          <a:blip r:embed="rId2">
            <a:extLst/>
          </a:blip>
          <a:stretch>
            <a:fillRect/>
          </a:stretch>
        </p:blipFill>
        <p:spPr>
          <a:xfrm>
            <a:off x="11211783" y="260099"/>
            <a:ext cx="720001" cy="720001"/>
          </a:xfrm>
          <a:prstGeom prst="rect">
            <a:avLst/>
          </a:prstGeom>
          <a:ln w="12700">
            <a:miter lim="400000"/>
          </a:ln>
        </p:spPr>
      </p:pic>
      <p:sp>
        <p:nvSpPr>
          <p:cNvPr id="127" name="Body Level One…"/>
          <p:cNvSpPr txBox="1"/>
          <p:nvPr>
            <p:ph type="body" sz="quarter" idx="1" hasCustomPrompt="1"/>
          </p:nvPr>
        </p:nvSpPr>
        <p:spPr>
          <a:xfrm>
            <a:off x="450000" y="1417672"/>
            <a:ext cx="3636001" cy="655638"/>
          </a:xfrm>
          <a:prstGeom prst="rect">
            <a:avLst/>
          </a:prstGeom>
          <a:solidFill>
            <a:schemeClr val="accent2"/>
          </a:solidFill>
        </p:spPr>
        <p:txBody>
          <a:bodyPr anchor="ctr"/>
          <a:lstStyle>
            <a:lvl1pPr marL="0" indent="0" algn="ctr">
              <a:lnSpc>
                <a:spcPts val="2800"/>
              </a:lnSpc>
              <a:buClrTx/>
              <a:buSzTx/>
              <a:buNone/>
              <a:defRPr sz="2000">
                <a:solidFill>
                  <a:srgbClr val="FFFFFF"/>
                </a:solidFill>
              </a:defRPr>
            </a:lvl1pPr>
            <a:lvl2pPr marL="0" indent="0" algn="ctr">
              <a:lnSpc>
                <a:spcPts val="2800"/>
              </a:lnSpc>
              <a:buClrTx/>
              <a:buSzTx/>
              <a:buNone/>
              <a:defRPr sz="2000">
                <a:solidFill>
                  <a:srgbClr val="FFFFFF"/>
                </a:solidFill>
              </a:defRPr>
            </a:lvl2pPr>
            <a:lvl3pPr marL="0" indent="0" algn="ctr">
              <a:lnSpc>
                <a:spcPts val="2800"/>
              </a:lnSpc>
              <a:buClrTx/>
              <a:buSzTx/>
              <a:buNone/>
              <a:defRPr sz="2000">
                <a:solidFill>
                  <a:srgbClr val="FFFFFF"/>
                </a:solidFill>
              </a:defRPr>
            </a:lvl3pPr>
            <a:lvl4pPr marL="0" indent="863999" algn="ctr">
              <a:lnSpc>
                <a:spcPts val="2800"/>
              </a:lnSpc>
              <a:buClrTx/>
              <a:buSzTx/>
              <a:buNone/>
              <a:defRPr sz="2000">
                <a:solidFill>
                  <a:srgbClr val="FFFFFF"/>
                </a:solidFill>
              </a:defRPr>
            </a:lvl4pPr>
            <a:lvl5pPr marL="0" indent="0" algn="ctr">
              <a:lnSpc>
                <a:spcPts val="2800"/>
              </a:lnSpc>
              <a:buClrTx/>
              <a:buSzTx/>
              <a:buNone/>
              <a:defRPr sz="2000">
                <a:solidFill>
                  <a:srgbClr val="FFFFFF"/>
                </a:solidFill>
              </a:defRPr>
            </a:lvl5pPr>
          </a:lstStyle>
          <a:p>
            <a:pPr/>
            <a:r>
              <a:t>Enter Topic</a:t>
            </a:r>
          </a:p>
          <a:p>
            <a:pPr lvl="1"/>
            <a:r>
              <a:t/>
            </a:r>
          </a:p>
          <a:p>
            <a:pPr lvl="2"/>
            <a:r>
              <a:t/>
            </a:r>
          </a:p>
          <a:p>
            <a:pPr lvl="3"/>
            <a:r>
              <a:t/>
            </a:r>
          </a:p>
          <a:p>
            <a:pPr lvl="4"/>
            <a:r>
              <a:t/>
            </a:r>
          </a:p>
        </p:txBody>
      </p:sp>
      <p:sp>
        <p:nvSpPr>
          <p:cNvPr id="128" name="Textplatzhalter 9"/>
          <p:cNvSpPr/>
          <p:nvPr>
            <p:ph type="body" sz="quarter" idx="21" hasCustomPrompt="1"/>
          </p:nvPr>
        </p:nvSpPr>
        <p:spPr>
          <a:xfrm>
            <a:off x="4278600" y="1417672"/>
            <a:ext cx="3636001" cy="655638"/>
          </a:xfrm>
          <a:prstGeom prst="rect">
            <a:avLst/>
          </a:prstGeom>
          <a:solidFill>
            <a:schemeClr val="accent1"/>
          </a:solidFill>
        </p:spPr>
        <p:txBody>
          <a:bodyPr anchor="ctr"/>
          <a:lstStyle>
            <a:lvl1pPr marL="0" indent="0" algn="ctr">
              <a:lnSpc>
                <a:spcPts val="2800"/>
              </a:lnSpc>
              <a:buClrTx/>
              <a:buSzTx/>
              <a:buNone/>
              <a:defRPr sz="2000">
                <a:solidFill>
                  <a:srgbClr val="FFFFFF"/>
                </a:solidFill>
              </a:defRPr>
            </a:lvl1pPr>
          </a:lstStyle>
          <a:p>
            <a:pPr/>
            <a:r>
              <a:t>Enter Topic</a:t>
            </a:r>
          </a:p>
        </p:txBody>
      </p:sp>
      <p:sp>
        <p:nvSpPr>
          <p:cNvPr id="129" name="Textplatzhalter 9"/>
          <p:cNvSpPr/>
          <p:nvPr>
            <p:ph type="body" sz="quarter" idx="22" hasCustomPrompt="1"/>
          </p:nvPr>
        </p:nvSpPr>
        <p:spPr>
          <a:xfrm>
            <a:off x="8107199" y="1417672"/>
            <a:ext cx="3636001" cy="655638"/>
          </a:xfrm>
          <a:prstGeom prst="rect">
            <a:avLst/>
          </a:prstGeom>
          <a:solidFill>
            <a:schemeClr val="accent3"/>
          </a:solidFill>
        </p:spPr>
        <p:txBody>
          <a:bodyPr anchor="ctr"/>
          <a:lstStyle>
            <a:lvl1pPr marL="0" indent="0" algn="ctr">
              <a:lnSpc>
                <a:spcPts val="2800"/>
              </a:lnSpc>
              <a:buClrTx/>
              <a:buSzTx/>
              <a:buNone/>
              <a:defRPr sz="2000">
                <a:solidFill>
                  <a:srgbClr val="FFFFFF"/>
                </a:solidFill>
              </a:defRPr>
            </a:lvl1pPr>
          </a:lstStyle>
          <a:p>
            <a:pPr/>
            <a:r>
              <a:t>Enter Topic</a:t>
            </a:r>
          </a:p>
        </p:txBody>
      </p:sp>
      <p:sp>
        <p:nvSpPr>
          <p:cNvPr id="130" name="Textplatzhalter 13"/>
          <p:cNvSpPr/>
          <p:nvPr>
            <p:ph type="body" sz="quarter" idx="23" hasCustomPrompt="1"/>
          </p:nvPr>
        </p:nvSpPr>
        <p:spPr>
          <a:xfrm>
            <a:off x="449999" y="2073310"/>
            <a:ext cx="3636002" cy="4302646"/>
          </a:xfrm>
          <a:prstGeom prst="rect">
            <a:avLst/>
          </a:prstGeom>
          <a:solidFill>
            <a:schemeClr val="accent4"/>
          </a:solidFill>
        </p:spPr>
        <p:txBody>
          <a:bodyPr lIns="144000" tIns="144000" rIns="144000" bIns="144000"/>
          <a:lstStyle>
            <a:lvl1pPr marL="0" indent="0">
              <a:lnSpc>
                <a:spcPts val="2200"/>
              </a:lnSpc>
              <a:buClrTx/>
              <a:buSzTx/>
              <a:buNone/>
              <a:defRPr b="1" sz="1600"/>
            </a:lvl1pPr>
          </a:lstStyle>
          <a:p>
            <a:pPr/>
            <a:r>
              <a:t>First Level
Second Level</a:t>
            </a:r>
          </a:p>
        </p:txBody>
      </p:sp>
      <p:sp>
        <p:nvSpPr>
          <p:cNvPr id="131" name="Textplatzhalter 13"/>
          <p:cNvSpPr/>
          <p:nvPr>
            <p:ph type="body" sz="quarter" idx="24" hasCustomPrompt="1"/>
          </p:nvPr>
        </p:nvSpPr>
        <p:spPr>
          <a:xfrm>
            <a:off x="4278600" y="2073310"/>
            <a:ext cx="3636001" cy="4302646"/>
          </a:xfrm>
          <a:prstGeom prst="rect">
            <a:avLst/>
          </a:prstGeom>
          <a:solidFill>
            <a:schemeClr val="accent4"/>
          </a:solidFill>
        </p:spPr>
        <p:txBody>
          <a:bodyPr lIns="144000" tIns="144000" rIns="144000" bIns="144000"/>
          <a:lstStyle>
            <a:lvl1pPr marL="0" indent="0">
              <a:lnSpc>
                <a:spcPts val="2200"/>
              </a:lnSpc>
              <a:buClrTx/>
              <a:buSzTx/>
              <a:buNone/>
              <a:defRPr b="1" sz="1600"/>
            </a:lvl1pPr>
          </a:lstStyle>
          <a:p>
            <a:pPr/>
            <a:r>
              <a:t>First Level
Second Level</a:t>
            </a:r>
          </a:p>
        </p:txBody>
      </p:sp>
      <p:sp>
        <p:nvSpPr>
          <p:cNvPr id="132" name="Textplatzhalter 13"/>
          <p:cNvSpPr/>
          <p:nvPr>
            <p:ph type="body" sz="quarter" idx="25" hasCustomPrompt="1"/>
          </p:nvPr>
        </p:nvSpPr>
        <p:spPr>
          <a:xfrm>
            <a:off x="8107199" y="2073310"/>
            <a:ext cx="3636001" cy="4302646"/>
          </a:xfrm>
          <a:prstGeom prst="rect">
            <a:avLst/>
          </a:prstGeom>
          <a:solidFill>
            <a:schemeClr val="accent4"/>
          </a:solidFill>
        </p:spPr>
        <p:txBody>
          <a:bodyPr lIns="144000" tIns="144000" rIns="144000" bIns="144000"/>
          <a:lstStyle>
            <a:lvl1pPr marL="0" indent="0">
              <a:lnSpc>
                <a:spcPts val="2200"/>
              </a:lnSpc>
              <a:buClrTx/>
              <a:buSzTx/>
              <a:buNone/>
              <a:defRPr b="1" sz="1600"/>
            </a:lvl1pPr>
          </a:lstStyle>
          <a:p>
            <a:pPr/>
            <a:r>
              <a:t>First Level
Second Level</a:t>
            </a:r>
          </a:p>
        </p:txBody>
      </p:sp>
      <p:sp>
        <p:nvSpPr>
          <p:cNvPr id="133" name="Write your titlemaximum two lines"/>
          <p:cNvSpPr txBox="1"/>
          <p:nvPr>
            <p:ph type="title" hasCustomPrompt="1"/>
          </p:nvPr>
        </p:nvSpPr>
        <p:spPr>
          <a:prstGeom prst="rect">
            <a:avLst/>
          </a:prstGeom>
        </p:spPr>
        <p:txBody>
          <a:bodyPr/>
          <a:lstStyle/>
          <a:p>
            <a:pPr/>
            <a:r>
              <a:t>Write your titlemaximum two lines</a:t>
            </a:r>
          </a:p>
        </p:txBody>
      </p:sp>
      <p:sp>
        <p:nvSpPr>
          <p:cNvPr id="13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ext left – Picture right">
    <p:spTree>
      <p:nvGrpSpPr>
        <p:cNvPr id="1" name=""/>
        <p:cNvGrpSpPr/>
        <p:nvPr/>
      </p:nvGrpSpPr>
      <p:grpSpPr>
        <a:xfrm>
          <a:off x="0" y="0"/>
          <a:ext cx="0" cy="0"/>
          <a:chOff x="0" y="0"/>
          <a:chExt cx="0" cy="0"/>
        </a:xfrm>
      </p:grpSpPr>
      <p:pic>
        <p:nvPicPr>
          <p:cNvPr id="141" name="Grafik 7" descr="Grafik 7"/>
          <p:cNvPicPr>
            <a:picLocks noChangeAspect="1"/>
          </p:cNvPicPr>
          <p:nvPr/>
        </p:nvPicPr>
        <p:blipFill>
          <a:blip r:embed="rId2">
            <a:extLst/>
          </a:blip>
          <a:stretch>
            <a:fillRect/>
          </a:stretch>
        </p:blipFill>
        <p:spPr>
          <a:xfrm>
            <a:off x="11211783" y="260099"/>
            <a:ext cx="720001" cy="720001"/>
          </a:xfrm>
          <a:prstGeom prst="rect">
            <a:avLst/>
          </a:prstGeom>
          <a:ln w="12700">
            <a:miter lim="400000"/>
          </a:ln>
        </p:spPr>
      </p:pic>
      <p:sp>
        <p:nvSpPr>
          <p:cNvPr id="142" name="Write your titlemaximum two lines"/>
          <p:cNvSpPr txBox="1"/>
          <p:nvPr>
            <p:ph type="title" hasCustomPrompt="1"/>
          </p:nvPr>
        </p:nvSpPr>
        <p:spPr>
          <a:prstGeom prst="rect">
            <a:avLst/>
          </a:prstGeom>
        </p:spPr>
        <p:txBody>
          <a:bodyPr/>
          <a:lstStyle/>
          <a:p>
            <a:pPr/>
            <a:r>
              <a:t>Write your titlemaximum two lines</a:t>
            </a:r>
          </a:p>
        </p:txBody>
      </p:sp>
      <p:sp>
        <p:nvSpPr>
          <p:cNvPr id="143" name="Slide Number"/>
          <p:cNvSpPr txBox="1"/>
          <p:nvPr>
            <p:ph type="sldNum" sz="quarter" idx="2"/>
          </p:nvPr>
        </p:nvSpPr>
        <p:spPr>
          <a:prstGeom prst="rect">
            <a:avLst/>
          </a:prstGeom>
        </p:spPr>
        <p:txBody>
          <a:bodyPr/>
          <a:lstStyle/>
          <a:p>
            <a:pPr/>
            <a:fld id="{86CB4B4D-7CA3-9044-876B-883B54F8677D}" type="slidenum"/>
          </a:p>
        </p:txBody>
      </p:sp>
      <p:sp>
        <p:nvSpPr>
          <p:cNvPr id="144" name="Body Level One…"/>
          <p:cNvSpPr txBox="1"/>
          <p:nvPr>
            <p:ph type="body" sz="half" idx="1" hasCustomPrompt="1"/>
          </p:nvPr>
        </p:nvSpPr>
        <p:spPr>
          <a:xfrm>
            <a:off x="450000" y="1355725"/>
            <a:ext cx="5554663" cy="5020232"/>
          </a:xfrm>
          <a:prstGeom prst="rect">
            <a:avLst/>
          </a:prstGeom>
        </p:spPr>
        <p:txBody>
          <a:bodyPr/>
          <a:lstStyle>
            <a:lvl1pPr marL="0" indent="0">
              <a:buClrTx/>
              <a:buSzTx/>
              <a:buNone/>
            </a:lvl1pPr>
            <a:lvl2pPr marL="431999" indent="-431999">
              <a:buClrTx/>
            </a:lvl2pPr>
            <a:lvl3pPr marL="863999" indent="-431999">
              <a:buClrTx/>
              <a:buChar char="o"/>
            </a:lvl3pPr>
            <a:lvl4pPr marL="1295999" indent="-431999">
              <a:buClrTx/>
            </a:lvl4pPr>
            <a:lvl5pPr marL="431999" indent="-431999">
              <a:buClrTx/>
              <a:buAutoNum type="arabicPeriod" startAt="1"/>
            </a:lvl5pPr>
          </a:lstStyle>
          <a:p>
            <a:pPr/>
            <a:r>
              <a:t>Enter your text here</a:t>
            </a:r>
          </a:p>
          <a:p>
            <a:pPr lvl="1"/>
            <a:r>
              <a:t/>
            </a:r>
          </a:p>
          <a:p>
            <a:pPr lvl="2"/>
            <a:r>
              <a:t/>
            </a:r>
          </a:p>
          <a:p>
            <a:pPr lvl="3"/>
            <a:r>
              <a:t/>
            </a:r>
          </a:p>
          <a:p>
            <a:pPr lvl="4"/>
            <a:r>
              <a:t/>
            </a:r>
          </a:p>
        </p:txBody>
      </p:sp>
      <p:sp>
        <p:nvSpPr>
          <p:cNvPr id="145" name="Bildplatzhalter 6"/>
          <p:cNvSpPr/>
          <p:nvPr>
            <p:ph type="pic" sz="half" idx="21"/>
          </p:nvPr>
        </p:nvSpPr>
        <p:spPr>
          <a:xfrm>
            <a:off x="6195762" y="1417672"/>
            <a:ext cx="5547533" cy="4958284"/>
          </a:xfrm>
          <a:prstGeom prst="rect">
            <a:avLst/>
          </a:prstGeom>
        </p:spPr>
        <p:txBody>
          <a:bodyPr lIns="91439" tIns="45719" rIns="91439" bIns="45719">
            <a:noAutofit/>
          </a:bodyPr>
          <a:lstStyle/>
          <a:p>
            <a:pPr/>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ext left – 2 Pictures right">
    <p:spTree>
      <p:nvGrpSpPr>
        <p:cNvPr id="1" name=""/>
        <p:cNvGrpSpPr/>
        <p:nvPr/>
      </p:nvGrpSpPr>
      <p:grpSpPr>
        <a:xfrm>
          <a:off x="0" y="0"/>
          <a:ext cx="0" cy="0"/>
          <a:chOff x="0" y="0"/>
          <a:chExt cx="0" cy="0"/>
        </a:xfrm>
      </p:grpSpPr>
      <p:sp>
        <p:nvSpPr>
          <p:cNvPr id="152" name="Body Level One…"/>
          <p:cNvSpPr txBox="1"/>
          <p:nvPr>
            <p:ph type="body" sz="half" idx="1" hasCustomPrompt="1"/>
          </p:nvPr>
        </p:nvSpPr>
        <p:spPr>
          <a:xfrm>
            <a:off x="450000" y="1355725"/>
            <a:ext cx="5554663" cy="5020232"/>
          </a:xfrm>
          <a:prstGeom prst="rect">
            <a:avLst/>
          </a:prstGeom>
        </p:spPr>
        <p:txBody>
          <a:bodyPr/>
          <a:lstStyle>
            <a:lvl1pPr marL="0" indent="0">
              <a:buClrTx/>
              <a:buSzTx/>
              <a:buNone/>
            </a:lvl1pPr>
            <a:lvl2pPr marL="431999" indent="-431999">
              <a:buClrTx/>
            </a:lvl2pPr>
            <a:lvl3pPr marL="863999" indent="-431999">
              <a:buClrTx/>
              <a:buChar char="o"/>
            </a:lvl3pPr>
            <a:lvl4pPr marL="1295999" indent="-431999">
              <a:buClrTx/>
            </a:lvl4pPr>
            <a:lvl5pPr marL="431999" indent="-431999">
              <a:buClrTx/>
              <a:buAutoNum type="arabicPeriod" startAt="1"/>
            </a:lvl5pPr>
          </a:lstStyle>
          <a:p>
            <a:pPr/>
            <a:r>
              <a:t>Enter your text here</a:t>
            </a:r>
          </a:p>
          <a:p>
            <a:pPr lvl="1"/>
            <a:r>
              <a:t/>
            </a:r>
          </a:p>
          <a:p>
            <a:pPr lvl="2"/>
            <a:r>
              <a:t/>
            </a:r>
          </a:p>
          <a:p>
            <a:pPr lvl="3"/>
            <a:r>
              <a:t/>
            </a:r>
          </a:p>
          <a:p>
            <a:pPr lvl="4"/>
            <a:r>
              <a:t/>
            </a:r>
          </a:p>
        </p:txBody>
      </p:sp>
      <p:pic>
        <p:nvPicPr>
          <p:cNvPr id="153" name="Grafik 7" descr="Grafik 7"/>
          <p:cNvPicPr>
            <a:picLocks noChangeAspect="1"/>
          </p:cNvPicPr>
          <p:nvPr/>
        </p:nvPicPr>
        <p:blipFill>
          <a:blip r:embed="rId2">
            <a:extLst/>
          </a:blip>
          <a:stretch>
            <a:fillRect/>
          </a:stretch>
        </p:blipFill>
        <p:spPr>
          <a:xfrm>
            <a:off x="11211783" y="260099"/>
            <a:ext cx="720001" cy="720001"/>
          </a:xfrm>
          <a:prstGeom prst="rect">
            <a:avLst/>
          </a:prstGeom>
          <a:ln w="12700">
            <a:miter lim="400000"/>
          </a:ln>
        </p:spPr>
      </p:pic>
      <p:sp>
        <p:nvSpPr>
          <p:cNvPr id="154" name="Write your titlemaximum two lines"/>
          <p:cNvSpPr txBox="1"/>
          <p:nvPr>
            <p:ph type="title" hasCustomPrompt="1"/>
          </p:nvPr>
        </p:nvSpPr>
        <p:spPr>
          <a:prstGeom prst="rect">
            <a:avLst/>
          </a:prstGeom>
        </p:spPr>
        <p:txBody>
          <a:bodyPr/>
          <a:lstStyle/>
          <a:p>
            <a:pPr/>
            <a:r>
              <a:t>Write your titlemaximum two lines</a:t>
            </a:r>
          </a:p>
        </p:txBody>
      </p:sp>
      <p:sp>
        <p:nvSpPr>
          <p:cNvPr id="155" name="Slide Number"/>
          <p:cNvSpPr txBox="1"/>
          <p:nvPr>
            <p:ph type="sldNum" sz="quarter" idx="2"/>
          </p:nvPr>
        </p:nvSpPr>
        <p:spPr>
          <a:prstGeom prst="rect">
            <a:avLst/>
          </a:prstGeom>
        </p:spPr>
        <p:txBody>
          <a:bodyPr/>
          <a:lstStyle/>
          <a:p>
            <a:pPr/>
            <a:fld id="{86CB4B4D-7CA3-9044-876B-883B54F8677D}" type="slidenum"/>
          </a:p>
        </p:txBody>
      </p:sp>
      <p:sp>
        <p:nvSpPr>
          <p:cNvPr id="156" name="Bildplatzhalter 15"/>
          <p:cNvSpPr/>
          <p:nvPr>
            <p:ph type="pic" sz="quarter" idx="21"/>
          </p:nvPr>
        </p:nvSpPr>
        <p:spPr>
          <a:xfrm>
            <a:off x="6195759" y="3939518"/>
            <a:ext cx="5547536" cy="2436438"/>
          </a:xfrm>
          <a:prstGeom prst="rect">
            <a:avLst/>
          </a:prstGeom>
        </p:spPr>
        <p:txBody>
          <a:bodyPr lIns="91439" tIns="45719" rIns="91439" bIns="45719">
            <a:noAutofit/>
          </a:bodyPr>
          <a:lstStyle/>
          <a:p>
            <a:pPr/>
          </a:p>
        </p:txBody>
      </p:sp>
      <p:sp>
        <p:nvSpPr>
          <p:cNvPr id="157" name="Bildplatzhalter 15"/>
          <p:cNvSpPr/>
          <p:nvPr>
            <p:ph type="pic" sz="quarter" idx="22"/>
          </p:nvPr>
        </p:nvSpPr>
        <p:spPr>
          <a:xfrm>
            <a:off x="6195759" y="1417672"/>
            <a:ext cx="5547536" cy="2466907"/>
          </a:xfrm>
          <a:prstGeom prst="rect">
            <a:avLst/>
          </a:prstGeom>
        </p:spPr>
        <p:txBody>
          <a:bodyPr lIns="91439" tIns="45719" rIns="91439" bIns="45719">
            <a:noAutofit/>
          </a:bodyPr>
          <a:lstStyle/>
          <a:p>
            <a:pPr/>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ext left – 3 Pictures right">
    <p:spTree>
      <p:nvGrpSpPr>
        <p:cNvPr id="1" name=""/>
        <p:cNvGrpSpPr/>
        <p:nvPr/>
      </p:nvGrpSpPr>
      <p:grpSpPr>
        <a:xfrm>
          <a:off x="0" y="0"/>
          <a:ext cx="0" cy="0"/>
          <a:chOff x="0" y="0"/>
          <a:chExt cx="0" cy="0"/>
        </a:xfrm>
      </p:grpSpPr>
      <p:sp>
        <p:nvSpPr>
          <p:cNvPr id="164" name="Bildplatzhalter 15"/>
          <p:cNvSpPr/>
          <p:nvPr>
            <p:ph type="pic" sz="quarter" idx="21"/>
          </p:nvPr>
        </p:nvSpPr>
        <p:spPr>
          <a:xfrm>
            <a:off x="6195759" y="1417672"/>
            <a:ext cx="5547536" cy="2466907"/>
          </a:xfrm>
          <a:prstGeom prst="rect">
            <a:avLst/>
          </a:prstGeom>
        </p:spPr>
        <p:txBody>
          <a:bodyPr lIns="91439" tIns="45719" rIns="91439" bIns="45719">
            <a:noAutofit/>
          </a:bodyPr>
          <a:lstStyle/>
          <a:p>
            <a:pPr/>
          </a:p>
        </p:txBody>
      </p:sp>
      <p:sp>
        <p:nvSpPr>
          <p:cNvPr id="165" name="Bildplatzhalter 15"/>
          <p:cNvSpPr/>
          <p:nvPr>
            <p:ph type="pic" sz="quarter" idx="22"/>
          </p:nvPr>
        </p:nvSpPr>
        <p:spPr>
          <a:xfrm>
            <a:off x="8999869" y="3939518"/>
            <a:ext cx="2743426" cy="2436438"/>
          </a:xfrm>
          <a:prstGeom prst="rect">
            <a:avLst/>
          </a:prstGeom>
        </p:spPr>
        <p:txBody>
          <a:bodyPr lIns="91439" tIns="45719" rIns="91439" bIns="45719">
            <a:noAutofit/>
          </a:bodyPr>
          <a:lstStyle/>
          <a:p>
            <a:pPr/>
          </a:p>
        </p:txBody>
      </p:sp>
      <p:sp>
        <p:nvSpPr>
          <p:cNvPr id="166" name="Bildplatzhalter 15"/>
          <p:cNvSpPr/>
          <p:nvPr>
            <p:ph type="pic" sz="quarter" idx="23"/>
          </p:nvPr>
        </p:nvSpPr>
        <p:spPr>
          <a:xfrm>
            <a:off x="6195759" y="3939518"/>
            <a:ext cx="2743426" cy="2436438"/>
          </a:xfrm>
          <a:prstGeom prst="rect">
            <a:avLst/>
          </a:prstGeom>
        </p:spPr>
        <p:txBody>
          <a:bodyPr lIns="91439" tIns="45719" rIns="91439" bIns="45719">
            <a:noAutofit/>
          </a:bodyPr>
          <a:lstStyle/>
          <a:p>
            <a:pPr/>
          </a:p>
        </p:txBody>
      </p:sp>
      <p:pic>
        <p:nvPicPr>
          <p:cNvPr id="167" name="Grafik 7" descr="Grafik 7"/>
          <p:cNvPicPr>
            <a:picLocks noChangeAspect="1"/>
          </p:cNvPicPr>
          <p:nvPr/>
        </p:nvPicPr>
        <p:blipFill>
          <a:blip r:embed="rId2">
            <a:extLst/>
          </a:blip>
          <a:stretch>
            <a:fillRect/>
          </a:stretch>
        </p:blipFill>
        <p:spPr>
          <a:xfrm>
            <a:off x="11211783" y="260099"/>
            <a:ext cx="720001" cy="720001"/>
          </a:xfrm>
          <a:prstGeom prst="rect">
            <a:avLst/>
          </a:prstGeom>
          <a:ln w="12700">
            <a:miter lim="400000"/>
          </a:ln>
        </p:spPr>
      </p:pic>
      <p:sp>
        <p:nvSpPr>
          <p:cNvPr id="168" name="Write your titlemaximum two lines"/>
          <p:cNvSpPr txBox="1"/>
          <p:nvPr>
            <p:ph type="title" hasCustomPrompt="1"/>
          </p:nvPr>
        </p:nvSpPr>
        <p:spPr>
          <a:prstGeom prst="rect">
            <a:avLst/>
          </a:prstGeom>
        </p:spPr>
        <p:txBody>
          <a:bodyPr/>
          <a:lstStyle/>
          <a:p>
            <a:pPr/>
            <a:r>
              <a:t>Write your titlemaximum two lines</a:t>
            </a:r>
          </a:p>
        </p:txBody>
      </p:sp>
      <p:sp>
        <p:nvSpPr>
          <p:cNvPr id="169" name="Slide Number"/>
          <p:cNvSpPr txBox="1"/>
          <p:nvPr>
            <p:ph type="sldNum" sz="quarter" idx="2"/>
          </p:nvPr>
        </p:nvSpPr>
        <p:spPr>
          <a:prstGeom prst="rect">
            <a:avLst/>
          </a:prstGeom>
        </p:spPr>
        <p:txBody>
          <a:bodyPr/>
          <a:lstStyle/>
          <a:p>
            <a:pPr/>
            <a:fld id="{86CB4B4D-7CA3-9044-876B-883B54F8677D}" type="slidenum"/>
          </a:p>
        </p:txBody>
      </p:sp>
      <p:sp>
        <p:nvSpPr>
          <p:cNvPr id="170" name="Body Level One…"/>
          <p:cNvSpPr txBox="1"/>
          <p:nvPr>
            <p:ph type="body" sz="half" idx="1" hasCustomPrompt="1"/>
          </p:nvPr>
        </p:nvSpPr>
        <p:spPr>
          <a:xfrm>
            <a:off x="450000" y="1357200"/>
            <a:ext cx="5554663" cy="5018757"/>
          </a:xfrm>
          <a:prstGeom prst="rect">
            <a:avLst/>
          </a:prstGeom>
        </p:spPr>
        <p:txBody>
          <a:bodyPr/>
          <a:lstStyle>
            <a:lvl1pPr marL="0" indent="0">
              <a:buClrTx/>
              <a:buSzTx/>
              <a:buNone/>
            </a:lvl1pPr>
            <a:lvl2pPr marL="431999" indent="-431999">
              <a:buClrTx/>
            </a:lvl2pPr>
            <a:lvl3pPr marL="863999" indent="-431999">
              <a:buClrTx/>
              <a:buChar char="o"/>
            </a:lvl3pPr>
            <a:lvl4pPr marL="1295999" indent="-431999">
              <a:buClrTx/>
            </a:lvl4pPr>
            <a:lvl5pPr marL="431999" indent="-431999">
              <a:buClrTx/>
              <a:buAutoNum type="arabicPeriod" startAt="1"/>
            </a:lvl5pPr>
          </a:lstStyle>
          <a:p>
            <a:pPr/>
            <a:r>
              <a:t>Enter your text here</a:t>
            </a:r>
          </a:p>
          <a:p>
            <a:pPr lvl="1"/>
            <a:r>
              <a:t/>
            </a:r>
          </a:p>
          <a:p>
            <a:pPr lvl="2"/>
            <a:r>
              <a:t/>
            </a:r>
          </a:p>
          <a:p>
            <a:pPr lvl="3"/>
            <a:r>
              <a:t/>
            </a:r>
          </a:p>
          <a:p>
            <a:pPr lvl="4"/>
            <a:r>
              <a:t/>
            </a:r>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ext right – Picture or Icon left">
    <p:bg>
      <p:bgPr>
        <a:solidFill>
          <a:srgbClr val="5A6065"/>
        </a:solidFill>
      </p:bgPr>
    </p:bg>
    <p:spTree>
      <p:nvGrpSpPr>
        <p:cNvPr id="1" name=""/>
        <p:cNvGrpSpPr/>
        <p:nvPr/>
      </p:nvGrpSpPr>
      <p:grpSpPr>
        <a:xfrm>
          <a:off x="0" y="0"/>
          <a:ext cx="0" cy="0"/>
          <a:chOff x="0" y="0"/>
          <a:chExt cx="0" cy="0"/>
        </a:xfrm>
      </p:grpSpPr>
      <p:sp>
        <p:nvSpPr>
          <p:cNvPr id="177" name="Rechteck 10"/>
          <p:cNvSpPr/>
          <p:nvPr/>
        </p:nvSpPr>
        <p:spPr>
          <a:xfrm>
            <a:off x="6005014" y="0"/>
            <a:ext cx="6186986" cy="6858000"/>
          </a:xfrm>
          <a:prstGeom prst="rect">
            <a:avLst/>
          </a:prstGeom>
          <a:solidFill>
            <a:srgbClr val="FFFFFF"/>
          </a:solidFill>
          <a:ln w="12700">
            <a:miter lim="400000"/>
          </a:ln>
        </p:spPr>
        <p:txBody>
          <a:bodyPr lIns="45719" rIns="45719" anchor="ctr"/>
          <a:lstStyle/>
          <a:p>
            <a:pPr algn="ctr">
              <a:defRPr>
                <a:solidFill>
                  <a:srgbClr val="FFFFFF"/>
                </a:solidFill>
              </a:defRPr>
            </a:pPr>
          </a:p>
        </p:txBody>
      </p:sp>
      <p:pic>
        <p:nvPicPr>
          <p:cNvPr id="178" name="Grafik 7" descr="Grafik 7"/>
          <p:cNvPicPr>
            <a:picLocks noChangeAspect="1"/>
          </p:cNvPicPr>
          <p:nvPr/>
        </p:nvPicPr>
        <p:blipFill>
          <a:blip r:embed="rId2">
            <a:extLst/>
          </a:blip>
          <a:stretch>
            <a:fillRect/>
          </a:stretch>
        </p:blipFill>
        <p:spPr>
          <a:xfrm>
            <a:off x="11211783" y="260099"/>
            <a:ext cx="720001" cy="720001"/>
          </a:xfrm>
          <a:prstGeom prst="rect">
            <a:avLst/>
          </a:prstGeom>
          <a:ln w="12700">
            <a:miter lim="400000"/>
          </a:ln>
        </p:spPr>
      </p:pic>
      <p:sp>
        <p:nvSpPr>
          <p:cNvPr id="179" name="Write your titlemaximum two lines"/>
          <p:cNvSpPr txBox="1"/>
          <p:nvPr>
            <p:ph type="title" hasCustomPrompt="1"/>
          </p:nvPr>
        </p:nvSpPr>
        <p:spPr>
          <a:xfrm>
            <a:off x="6624000" y="1329728"/>
            <a:ext cx="4860669" cy="974656"/>
          </a:xfrm>
          <a:prstGeom prst="rect">
            <a:avLst/>
          </a:prstGeom>
        </p:spPr>
        <p:txBody>
          <a:bodyPr/>
          <a:lstStyle/>
          <a:p>
            <a:pPr/>
            <a:r>
              <a:t>Write your titlemaximum two lines</a:t>
            </a:r>
          </a:p>
        </p:txBody>
      </p:sp>
      <p:sp>
        <p:nvSpPr>
          <p:cNvPr id="180" name="Body Level One…"/>
          <p:cNvSpPr txBox="1"/>
          <p:nvPr>
            <p:ph type="body" sz="half" idx="1" hasCustomPrompt="1"/>
          </p:nvPr>
        </p:nvSpPr>
        <p:spPr>
          <a:xfrm>
            <a:off x="6624000" y="2363158"/>
            <a:ext cx="4864101" cy="4012799"/>
          </a:xfrm>
          <a:prstGeom prst="rect">
            <a:avLst/>
          </a:prstGeom>
        </p:spPr>
        <p:txBody>
          <a:bodyPr/>
          <a:lstStyle>
            <a:lvl1pPr marL="0" indent="0">
              <a:buClrTx/>
              <a:buSzTx/>
              <a:buNone/>
            </a:lvl1pPr>
            <a:lvl2pPr marL="431999" indent="-431999">
              <a:buClrTx/>
            </a:lvl2pPr>
            <a:lvl3pPr marL="863999" indent="-431999">
              <a:buClrTx/>
              <a:buChar char="o"/>
            </a:lvl3pPr>
            <a:lvl4pPr marL="1295999" indent="-431999">
              <a:buClrTx/>
            </a:lvl4pPr>
            <a:lvl5pPr marL="431999" indent="-431999">
              <a:buClrTx/>
              <a:buAutoNum type="arabicPeriod" startAt="1"/>
            </a:lvl5pPr>
          </a:lstStyle>
          <a:p>
            <a:pPr/>
            <a:r>
              <a:t>Enter your text here</a:t>
            </a:r>
          </a:p>
          <a:p>
            <a:pPr lvl="1"/>
            <a:r>
              <a:t/>
            </a:r>
          </a:p>
          <a:p>
            <a:pPr lvl="2"/>
            <a:r>
              <a:t/>
            </a:r>
          </a:p>
          <a:p>
            <a:pPr lvl="3"/>
            <a:r>
              <a:t/>
            </a:r>
          </a:p>
          <a:p>
            <a:pPr lvl="4"/>
            <a:r>
              <a:t/>
            </a:r>
          </a:p>
        </p:txBody>
      </p:sp>
      <p:sp>
        <p:nvSpPr>
          <p:cNvPr id="181" name="Bildplatzhalter 15"/>
          <p:cNvSpPr/>
          <p:nvPr>
            <p:ph type="pic" idx="21"/>
          </p:nvPr>
        </p:nvSpPr>
        <p:spPr>
          <a:xfrm>
            <a:off x="-2" y="0"/>
            <a:ext cx="6005018" cy="6858000"/>
          </a:xfrm>
          <a:prstGeom prst="rect">
            <a:avLst/>
          </a:prstGeom>
        </p:spPr>
        <p:txBody>
          <a:bodyPr lIns="91439" tIns="45719" rIns="91439" bIns="45719">
            <a:noAutofit/>
          </a:bodyPr>
          <a:lstStyle/>
          <a:p>
            <a:pPr/>
          </a:p>
        </p:txBody>
      </p:sp>
      <p:sp>
        <p:nvSpPr>
          <p:cNvPr id="18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ext right – Small Picture or Icon left">
    <p:bg>
      <p:bgPr>
        <a:solidFill>
          <a:srgbClr val="5A6065"/>
        </a:solidFill>
      </p:bgPr>
    </p:bg>
    <p:spTree>
      <p:nvGrpSpPr>
        <p:cNvPr id="1" name=""/>
        <p:cNvGrpSpPr/>
        <p:nvPr/>
      </p:nvGrpSpPr>
      <p:grpSpPr>
        <a:xfrm>
          <a:off x="0" y="0"/>
          <a:ext cx="0" cy="0"/>
          <a:chOff x="0" y="0"/>
          <a:chExt cx="0" cy="0"/>
        </a:xfrm>
      </p:grpSpPr>
      <p:sp>
        <p:nvSpPr>
          <p:cNvPr id="189" name="Rechteck 10"/>
          <p:cNvSpPr/>
          <p:nvPr/>
        </p:nvSpPr>
        <p:spPr>
          <a:xfrm>
            <a:off x="3588463" y="0"/>
            <a:ext cx="8603538" cy="685800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190" name="Write your titlemaximum two lines"/>
          <p:cNvSpPr txBox="1"/>
          <p:nvPr>
            <p:ph type="title" hasCustomPrompt="1"/>
          </p:nvPr>
        </p:nvSpPr>
        <p:spPr>
          <a:xfrm>
            <a:off x="4176000" y="1329728"/>
            <a:ext cx="7308668" cy="974656"/>
          </a:xfrm>
          <a:prstGeom prst="rect">
            <a:avLst/>
          </a:prstGeom>
        </p:spPr>
        <p:txBody>
          <a:bodyPr/>
          <a:lstStyle/>
          <a:p>
            <a:pPr/>
            <a:r>
              <a:t>Write your titlemaximum two lines</a:t>
            </a:r>
          </a:p>
        </p:txBody>
      </p:sp>
      <p:sp>
        <p:nvSpPr>
          <p:cNvPr id="191" name="Body Level One…"/>
          <p:cNvSpPr txBox="1"/>
          <p:nvPr>
            <p:ph type="body" sz="half" idx="1" hasCustomPrompt="1"/>
          </p:nvPr>
        </p:nvSpPr>
        <p:spPr>
          <a:xfrm>
            <a:off x="4176000" y="2363158"/>
            <a:ext cx="7308668" cy="4012799"/>
          </a:xfrm>
          <a:prstGeom prst="rect">
            <a:avLst/>
          </a:prstGeom>
        </p:spPr>
        <p:txBody>
          <a:bodyPr/>
          <a:lstStyle>
            <a:lvl1pPr marL="0" indent="0">
              <a:buClrTx/>
              <a:buSzTx/>
              <a:buNone/>
            </a:lvl1pPr>
            <a:lvl2pPr marL="431999" indent="-431999">
              <a:buClrTx/>
            </a:lvl2pPr>
            <a:lvl3pPr marL="863999" indent="-431999">
              <a:buClrTx/>
              <a:buChar char="o"/>
            </a:lvl3pPr>
            <a:lvl4pPr marL="1295999" indent="-431999">
              <a:buClrTx/>
            </a:lvl4pPr>
            <a:lvl5pPr marL="431999" indent="-431999">
              <a:buClrTx/>
              <a:buAutoNum type="arabicPeriod" startAt="1"/>
            </a:lvl5pPr>
          </a:lstStyle>
          <a:p>
            <a:pPr/>
            <a:r>
              <a:t>Enter your text here</a:t>
            </a:r>
          </a:p>
          <a:p>
            <a:pPr lvl="1"/>
            <a:r>
              <a:t/>
            </a:r>
          </a:p>
          <a:p>
            <a:pPr lvl="2"/>
            <a:r>
              <a:t/>
            </a:r>
          </a:p>
          <a:p>
            <a:pPr lvl="3"/>
            <a:r>
              <a:t/>
            </a:r>
          </a:p>
          <a:p>
            <a:pPr lvl="4"/>
            <a:r>
              <a:t/>
            </a:r>
          </a:p>
        </p:txBody>
      </p:sp>
      <p:sp>
        <p:nvSpPr>
          <p:cNvPr id="192" name="Bildplatzhalter 15"/>
          <p:cNvSpPr/>
          <p:nvPr>
            <p:ph type="pic" sz="half" idx="21"/>
          </p:nvPr>
        </p:nvSpPr>
        <p:spPr>
          <a:xfrm>
            <a:off x="-2" y="0"/>
            <a:ext cx="3588465" cy="6858000"/>
          </a:xfrm>
          <a:prstGeom prst="rect">
            <a:avLst/>
          </a:prstGeom>
        </p:spPr>
        <p:txBody>
          <a:bodyPr lIns="91439" tIns="45719" rIns="91439" bIns="45719">
            <a:noAutofit/>
          </a:bodyPr>
          <a:lstStyle/>
          <a:p>
            <a:pPr/>
          </a:p>
        </p:txBody>
      </p:sp>
      <p:sp>
        <p:nvSpPr>
          <p:cNvPr id="193" name="Slide Number"/>
          <p:cNvSpPr txBox="1"/>
          <p:nvPr>
            <p:ph type="sldNum" sz="quarter" idx="2"/>
          </p:nvPr>
        </p:nvSpPr>
        <p:spPr>
          <a:prstGeom prst="rect">
            <a:avLst/>
          </a:prstGeom>
        </p:spPr>
        <p:txBody>
          <a:bodyPr/>
          <a:lstStyle/>
          <a:p>
            <a:pPr/>
            <a:fld id="{86CB4B4D-7CA3-9044-876B-883B54F8677D}" type="slidenum"/>
          </a:p>
        </p:txBody>
      </p:sp>
      <p:sp>
        <p:nvSpPr>
          <p:cNvPr id="194" name="Freeform 5"/>
          <p:cNvSpPr/>
          <p:nvPr/>
        </p:nvSpPr>
        <p:spPr>
          <a:xfrm>
            <a:off x="10087640" y="423064"/>
            <a:ext cx="1580342" cy="558932"/>
          </a:xfrm>
          <a:prstGeom prst="rect">
            <a:avLst/>
          </a:prstGeom>
          <a:blipFill>
            <a:blip r:embed="rId2"/>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pic>
        <p:nvPicPr>
          <p:cNvPr id="195" name="Picture 9" descr="Picture 9"/>
          <p:cNvPicPr>
            <a:picLocks noChangeAspect="1"/>
          </p:cNvPicPr>
          <p:nvPr/>
        </p:nvPicPr>
        <p:blipFill>
          <a:blip r:embed="rId3">
            <a:extLst/>
          </a:blip>
          <a:stretch>
            <a:fillRect/>
          </a:stretch>
        </p:blipFill>
        <p:spPr>
          <a:xfrm>
            <a:off x="9832023" y="1018337"/>
            <a:ext cx="2091576" cy="1397666"/>
          </a:xfrm>
          <a:prstGeom prst="rect">
            <a:avLst/>
          </a:prstGeom>
          <a:ln w="12700">
            <a:miter lim="400000"/>
          </a:ln>
        </p:spPr>
      </p:pic>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ext 2 columns">
    <p:spTree>
      <p:nvGrpSpPr>
        <p:cNvPr id="1" name=""/>
        <p:cNvGrpSpPr/>
        <p:nvPr/>
      </p:nvGrpSpPr>
      <p:grpSpPr>
        <a:xfrm>
          <a:off x="0" y="0"/>
          <a:ext cx="0" cy="0"/>
          <a:chOff x="0" y="0"/>
          <a:chExt cx="0" cy="0"/>
        </a:xfrm>
      </p:grpSpPr>
      <p:sp>
        <p:nvSpPr>
          <p:cNvPr id="202" name="Body Level One…"/>
          <p:cNvSpPr txBox="1"/>
          <p:nvPr>
            <p:ph type="body" idx="1" hasCustomPrompt="1"/>
          </p:nvPr>
        </p:nvSpPr>
        <p:spPr>
          <a:xfrm>
            <a:off x="450000" y="1357200"/>
            <a:ext cx="9912012" cy="5022001"/>
          </a:xfrm>
          <a:prstGeom prst="rect">
            <a:avLst/>
          </a:prstGeom>
        </p:spPr>
        <p:txBody>
          <a:bodyPr numCol="2" spcCol="180000"/>
          <a:lstStyle>
            <a:lvl1pPr marL="0" indent="0">
              <a:buClrTx/>
              <a:buSzTx/>
              <a:buNone/>
            </a:lvl1pPr>
            <a:lvl2pPr marL="0" indent="0">
              <a:buClrTx/>
              <a:buSzTx/>
              <a:buNone/>
            </a:lvl2pPr>
            <a:lvl3pPr marL="0" indent="0">
              <a:buClrTx/>
              <a:buSzTx/>
              <a:buNone/>
            </a:lvl3pPr>
            <a:lvl4pPr marL="0" indent="0">
              <a:buClrTx/>
              <a:buSzTx/>
              <a:buNone/>
            </a:lvl4pPr>
            <a:lvl5pPr marL="0" indent="0">
              <a:buClrTx/>
              <a:buSzTx/>
              <a:buNone/>
            </a:lvl5pPr>
          </a:lstStyle>
          <a:p>
            <a:pPr/>
            <a:r>
              <a:t>Enter your text here</a:t>
            </a:r>
          </a:p>
          <a:p>
            <a:pPr lvl="1"/>
            <a:r>
              <a:t/>
            </a:r>
          </a:p>
          <a:p>
            <a:pPr lvl="2"/>
            <a:r>
              <a:t/>
            </a:r>
          </a:p>
          <a:p>
            <a:pPr lvl="3"/>
            <a:r>
              <a:t/>
            </a:r>
          </a:p>
          <a:p>
            <a:pPr lvl="4"/>
            <a:r>
              <a:t/>
            </a:r>
          </a:p>
        </p:txBody>
      </p:sp>
      <p:sp>
        <p:nvSpPr>
          <p:cNvPr id="203" name="Write your titlemaximum two lines"/>
          <p:cNvSpPr txBox="1"/>
          <p:nvPr>
            <p:ph type="title" hasCustomPrompt="1"/>
          </p:nvPr>
        </p:nvSpPr>
        <p:spPr>
          <a:prstGeom prst="rect">
            <a:avLst/>
          </a:prstGeom>
        </p:spPr>
        <p:txBody>
          <a:bodyPr/>
          <a:lstStyle/>
          <a:p>
            <a:pPr/>
            <a:r>
              <a:t>Write your titlemaximum two lines</a:t>
            </a:r>
          </a:p>
        </p:txBody>
      </p:sp>
      <p:sp>
        <p:nvSpPr>
          <p:cNvPr id="20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ext 3 columns">
    <p:spTree>
      <p:nvGrpSpPr>
        <p:cNvPr id="1" name=""/>
        <p:cNvGrpSpPr/>
        <p:nvPr/>
      </p:nvGrpSpPr>
      <p:grpSpPr>
        <a:xfrm>
          <a:off x="0" y="0"/>
          <a:ext cx="0" cy="0"/>
          <a:chOff x="0" y="0"/>
          <a:chExt cx="0" cy="0"/>
        </a:xfrm>
      </p:grpSpPr>
      <p:sp>
        <p:nvSpPr>
          <p:cNvPr id="211" name="Body Level One…"/>
          <p:cNvSpPr txBox="1"/>
          <p:nvPr>
            <p:ph type="body" idx="1" hasCustomPrompt="1"/>
          </p:nvPr>
        </p:nvSpPr>
        <p:spPr>
          <a:xfrm>
            <a:off x="450000" y="1357200"/>
            <a:ext cx="9912012" cy="5022001"/>
          </a:xfrm>
          <a:prstGeom prst="rect">
            <a:avLst/>
          </a:prstGeom>
        </p:spPr>
        <p:txBody>
          <a:bodyPr numCol="3" spcCol="90000"/>
          <a:lstStyle>
            <a:lvl1pPr marL="0" indent="0">
              <a:buClrTx/>
              <a:buSzTx/>
              <a:buNone/>
            </a:lvl1pPr>
            <a:lvl2pPr marL="0" indent="0">
              <a:buClrTx/>
              <a:buSzTx/>
              <a:buNone/>
            </a:lvl2pPr>
            <a:lvl3pPr marL="0" indent="0">
              <a:buClrTx/>
              <a:buSzTx/>
              <a:buNone/>
            </a:lvl3pPr>
            <a:lvl4pPr marL="0" indent="0">
              <a:buClrTx/>
              <a:buSzTx/>
              <a:buNone/>
            </a:lvl4pPr>
            <a:lvl5pPr marL="0" indent="0">
              <a:buClrTx/>
              <a:buSzTx/>
              <a:buNone/>
            </a:lvl5pPr>
          </a:lstStyle>
          <a:p>
            <a:pPr/>
            <a:r>
              <a:t>Enter your text here</a:t>
            </a:r>
          </a:p>
          <a:p>
            <a:pPr lvl="1"/>
            <a:r>
              <a:t/>
            </a:r>
          </a:p>
          <a:p>
            <a:pPr lvl="2"/>
            <a:r>
              <a:t/>
            </a:r>
          </a:p>
          <a:p>
            <a:pPr lvl="3"/>
            <a:r>
              <a:t/>
            </a:r>
          </a:p>
          <a:p>
            <a:pPr lvl="4"/>
            <a:r>
              <a:t/>
            </a:r>
          </a:p>
        </p:txBody>
      </p:sp>
      <p:sp>
        <p:nvSpPr>
          <p:cNvPr id="212" name="Write your titlemaximum two lines"/>
          <p:cNvSpPr txBox="1"/>
          <p:nvPr>
            <p:ph type="title" hasCustomPrompt="1"/>
          </p:nvPr>
        </p:nvSpPr>
        <p:spPr>
          <a:prstGeom prst="rect">
            <a:avLst/>
          </a:prstGeom>
        </p:spPr>
        <p:txBody>
          <a:bodyPr/>
          <a:lstStyle/>
          <a:p>
            <a:pPr/>
            <a:r>
              <a:t>Write your titlemaximum two lines</a:t>
            </a:r>
          </a:p>
        </p:txBody>
      </p:sp>
      <p:sp>
        <p:nvSpPr>
          <p:cNvPr id="2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lexible Content – with Text">
    <p:spTree>
      <p:nvGrpSpPr>
        <p:cNvPr id="1" name=""/>
        <p:cNvGrpSpPr/>
        <p:nvPr/>
      </p:nvGrpSpPr>
      <p:grpSpPr>
        <a:xfrm>
          <a:off x="0" y="0"/>
          <a:ext cx="0" cy="0"/>
          <a:chOff x="0" y="0"/>
          <a:chExt cx="0" cy="0"/>
        </a:xfrm>
      </p:grpSpPr>
      <p:sp>
        <p:nvSpPr>
          <p:cNvPr id="220" name="Body Level One…"/>
          <p:cNvSpPr txBox="1"/>
          <p:nvPr>
            <p:ph type="body" idx="1" hasCustomPrompt="1"/>
          </p:nvPr>
        </p:nvSpPr>
        <p:spPr>
          <a:xfrm>
            <a:off x="450000" y="1355724"/>
            <a:ext cx="11293294" cy="5020232"/>
          </a:xfrm>
          <a:prstGeom prst="rect">
            <a:avLst/>
          </a:prstGeom>
        </p:spPr>
        <p:txBody>
          <a:bodyPr/>
          <a:lstStyle>
            <a:lvl1pPr marL="0" indent="0">
              <a:buClrTx/>
              <a:buSzTx/>
              <a:buNone/>
            </a:lvl1pPr>
            <a:lvl2pPr marL="431999" indent="-431999">
              <a:buClrTx/>
            </a:lvl2pPr>
            <a:lvl3pPr marL="863999" indent="-431999">
              <a:buClrTx/>
              <a:buChar char="o"/>
            </a:lvl3pPr>
            <a:lvl4pPr marL="1295999" indent="-431999">
              <a:buClrTx/>
            </a:lvl4pPr>
            <a:lvl5pPr marL="431999" indent="-431999">
              <a:buClrTx/>
              <a:buAutoNum type="arabicPeriod" startAt="1"/>
            </a:lvl5pPr>
          </a:lstStyle>
          <a:p>
            <a:pPr/>
            <a:r>
              <a:t>Enter your text here</a:t>
            </a:r>
          </a:p>
          <a:p>
            <a:pPr lvl="1"/>
            <a:r>
              <a:t/>
            </a:r>
          </a:p>
          <a:p>
            <a:pPr lvl="2"/>
            <a:r>
              <a:t/>
            </a:r>
          </a:p>
          <a:p>
            <a:pPr lvl="3"/>
            <a:r>
              <a:t/>
            </a:r>
          </a:p>
          <a:p>
            <a:pPr lvl="4"/>
            <a:r>
              <a:t/>
            </a:r>
          </a:p>
        </p:txBody>
      </p:sp>
      <p:sp>
        <p:nvSpPr>
          <p:cNvPr id="221" name="Write your titlemaximum two lines"/>
          <p:cNvSpPr txBox="1"/>
          <p:nvPr>
            <p:ph type="title" hasCustomPrompt="1"/>
          </p:nvPr>
        </p:nvSpPr>
        <p:spPr>
          <a:prstGeom prst="rect">
            <a:avLst/>
          </a:prstGeom>
        </p:spPr>
        <p:txBody>
          <a:bodyPr/>
          <a:lstStyle/>
          <a:p>
            <a:pPr/>
            <a:r>
              <a:t>Write your titlemaximum two lines</a:t>
            </a:r>
          </a:p>
        </p:txBody>
      </p:sp>
      <p:sp>
        <p:nvSpPr>
          <p:cNvPr id="2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flexible Content – full size">
    <p:spTree>
      <p:nvGrpSpPr>
        <p:cNvPr id="1" name=""/>
        <p:cNvGrpSpPr/>
        <p:nvPr/>
      </p:nvGrpSpPr>
      <p:grpSpPr>
        <a:xfrm>
          <a:off x="0" y="0"/>
          <a:ext cx="0" cy="0"/>
          <a:chOff x="0" y="0"/>
          <a:chExt cx="0" cy="0"/>
        </a:xfrm>
      </p:grpSpPr>
      <p:sp>
        <p:nvSpPr>
          <p:cNvPr id="229" name="Body Level One…"/>
          <p:cNvSpPr txBox="1"/>
          <p:nvPr>
            <p:ph type="body" idx="1" hasCustomPrompt="1"/>
          </p:nvPr>
        </p:nvSpPr>
        <p:spPr>
          <a:xfrm>
            <a:off x="0" y="0"/>
            <a:ext cx="12192000" cy="6858000"/>
          </a:xfrm>
          <a:prstGeom prst="rect">
            <a:avLst/>
          </a:prstGeom>
        </p:spPr>
        <p:txBody>
          <a:bodyPr anchor="ctr"/>
          <a:lstStyle>
            <a:lvl1pPr marL="0" indent="0" algn="ctr">
              <a:buClrTx/>
              <a:buSzTx/>
              <a:buNone/>
            </a:lvl1pPr>
            <a:lvl2pPr marL="431999" indent="-431999" algn="ctr">
              <a:buClrTx/>
            </a:lvl2pPr>
            <a:lvl3pPr marL="863999" indent="-431999" algn="ctr">
              <a:buClrTx/>
              <a:buChar char="o"/>
            </a:lvl3pPr>
            <a:lvl4pPr marL="1295999" indent="-431999" algn="ctr">
              <a:buClrTx/>
            </a:lvl4pPr>
            <a:lvl5pPr marL="431999" indent="-431999" algn="ctr">
              <a:buClrTx/>
              <a:buAutoNum type="arabicPeriod" startAt="1"/>
            </a:lvl5pPr>
          </a:lstStyle>
          <a:p>
            <a:pPr/>
            <a:r>
              <a:t>Enter content here</a:t>
            </a:r>
          </a:p>
          <a:p>
            <a:pPr lvl="1"/>
            <a:r>
              <a:t/>
            </a:r>
          </a:p>
          <a:p>
            <a:pPr lvl="2"/>
            <a:r>
              <a:t/>
            </a:r>
          </a:p>
          <a:p>
            <a:pPr lvl="3"/>
            <a:r>
              <a:t/>
            </a:r>
          </a:p>
          <a:p>
            <a:pPr lvl="4"/>
            <a:r>
              <a:t/>
            </a:r>
          </a:p>
        </p:txBody>
      </p:sp>
      <p:pic>
        <p:nvPicPr>
          <p:cNvPr id="230" name="Grafik 11" descr="Grafik 11"/>
          <p:cNvPicPr>
            <a:picLocks noChangeAspect="1"/>
          </p:cNvPicPr>
          <p:nvPr/>
        </p:nvPicPr>
        <p:blipFill>
          <a:blip r:embed="rId2">
            <a:extLst/>
          </a:blip>
          <a:stretch>
            <a:fillRect/>
          </a:stretch>
        </p:blipFill>
        <p:spPr>
          <a:xfrm>
            <a:off x="11211783" y="260099"/>
            <a:ext cx="720001" cy="720001"/>
          </a:xfrm>
          <a:prstGeom prst="rect">
            <a:avLst/>
          </a:prstGeom>
          <a:ln w="12700">
            <a:miter lim="400000"/>
          </a:ln>
        </p:spPr>
      </p:pic>
      <p:sp>
        <p:nvSpPr>
          <p:cNvPr id="2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opics with Picture">
    <p:spTree>
      <p:nvGrpSpPr>
        <p:cNvPr id="1" name=""/>
        <p:cNvGrpSpPr/>
        <p:nvPr/>
      </p:nvGrpSpPr>
      <p:grpSpPr>
        <a:xfrm>
          <a:off x="0" y="0"/>
          <a:ext cx="0" cy="0"/>
          <a:chOff x="0" y="0"/>
          <a:chExt cx="0" cy="0"/>
        </a:xfrm>
      </p:grpSpPr>
      <p:pic>
        <p:nvPicPr>
          <p:cNvPr id="238" name="Grafik 5" descr="Grafik 5"/>
          <p:cNvPicPr>
            <a:picLocks noChangeAspect="1"/>
          </p:cNvPicPr>
          <p:nvPr/>
        </p:nvPicPr>
        <p:blipFill>
          <a:blip r:embed="rId2">
            <a:extLst/>
          </a:blip>
          <a:stretch>
            <a:fillRect/>
          </a:stretch>
        </p:blipFill>
        <p:spPr>
          <a:xfrm>
            <a:off x="11211783" y="260099"/>
            <a:ext cx="720001" cy="720001"/>
          </a:xfrm>
          <a:prstGeom prst="rect">
            <a:avLst/>
          </a:prstGeom>
          <a:ln w="12700">
            <a:miter lim="400000"/>
          </a:ln>
        </p:spPr>
      </p:pic>
      <p:sp>
        <p:nvSpPr>
          <p:cNvPr id="239" name="Body Level One…"/>
          <p:cNvSpPr txBox="1"/>
          <p:nvPr>
            <p:ph type="body" sz="quarter" idx="1" hasCustomPrompt="1"/>
          </p:nvPr>
        </p:nvSpPr>
        <p:spPr>
          <a:xfrm>
            <a:off x="450000" y="3782086"/>
            <a:ext cx="3636001" cy="1980002"/>
          </a:xfrm>
          <a:prstGeom prst="rect">
            <a:avLst/>
          </a:prstGeom>
        </p:spPr>
        <p:txBody>
          <a:bodyPr/>
          <a:lstStyle>
            <a:lvl1pPr marL="0" indent="0">
              <a:lnSpc>
                <a:spcPts val="2700"/>
              </a:lnSpc>
              <a:buClrTx/>
              <a:buSzTx/>
              <a:buNone/>
              <a:defRPr b="1"/>
            </a:lvl1pPr>
            <a:lvl2pPr marL="0" indent="0">
              <a:lnSpc>
                <a:spcPts val="2700"/>
              </a:lnSpc>
              <a:buClrTx/>
              <a:buSzTx/>
              <a:buNone/>
              <a:defRPr b="1"/>
            </a:lvl2pPr>
            <a:lvl3pPr marL="0" indent="0">
              <a:lnSpc>
                <a:spcPts val="2700"/>
              </a:lnSpc>
              <a:buClrTx/>
              <a:buSzTx/>
              <a:buNone/>
              <a:defRPr b="1"/>
            </a:lvl3pPr>
            <a:lvl4pPr marL="0" indent="0">
              <a:lnSpc>
                <a:spcPts val="2700"/>
              </a:lnSpc>
              <a:buClrTx/>
              <a:buSzTx/>
              <a:buNone/>
              <a:defRPr b="1"/>
            </a:lvl4pPr>
            <a:lvl5pPr marL="0" indent="0">
              <a:lnSpc>
                <a:spcPts val="2700"/>
              </a:lnSpc>
              <a:buClrTx/>
              <a:buSzTx/>
              <a:buNone/>
              <a:defRPr b="1"/>
            </a:lvl5pPr>
          </a:lstStyle>
          <a:p>
            <a:pPr/>
            <a:r>
              <a:t>First Level</a:t>
            </a:r>
          </a:p>
          <a:p>
            <a:pPr lvl="1"/>
            <a:r>
              <a:t/>
            </a:r>
          </a:p>
          <a:p>
            <a:pPr lvl="2"/>
            <a:r>
              <a:t/>
            </a:r>
          </a:p>
          <a:p>
            <a:pPr lvl="3"/>
            <a:r>
              <a:t/>
            </a:r>
          </a:p>
          <a:p>
            <a:pPr lvl="4"/>
            <a:r>
              <a:t/>
            </a:r>
          </a:p>
        </p:txBody>
      </p:sp>
      <p:sp>
        <p:nvSpPr>
          <p:cNvPr id="240" name="Bildplatzhalter 8"/>
          <p:cNvSpPr/>
          <p:nvPr>
            <p:ph type="pic" sz="quarter" idx="21"/>
          </p:nvPr>
        </p:nvSpPr>
        <p:spPr>
          <a:xfrm>
            <a:off x="450000" y="1417672"/>
            <a:ext cx="3636001" cy="2043796"/>
          </a:xfrm>
          <a:prstGeom prst="rect">
            <a:avLst/>
          </a:prstGeom>
        </p:spPr>
        <p:txBody>
          <a:bodyPr lIns="91439" tIns="45719" rIns="91439" bIns="45719">
            <a:noAutofit/>
          </a:bodyPr>
          <a:lstStyle/>
          <a:p>
            <a:pPr/>
          </a:p>
        </p:txBody>
      </p:sp>
      <p:sp>
        <p:nvSpPr>
          <p:cNvPr id="241" name="Write your titlemaximum two lines"/>
          <p:cNvSpPr txBox="1"/>
          <p:nvPr>
            <p:ph type="title" hasCustomPrompt="1"/>
          </p:nvPr>
        </p:nvSpPr>
        <p:spPr>
          <a:prstGeom prst="rect">
            <a:avLst/>
          </a:prstGeom>
        </p:spPr>
        <p:txBody>
          <a:bodyPr/>
          <a:lstStyle/>
          <a:p>
            <a:pPr/>
            <a:r>
              <a:t>Write your titlemaximum two lines</a:t>
            </a:r>
          </a:p>
        </p:txBody>
      </p:sp>
      <p:sp>
        <p:nvSpPr>
          <p:cNvPr id="242" name="Slide Number"/>
          <p:cNvSpPr txBox="1"/>
          <p:nvPr>
            <p:ph type="sldNum" sz="quarter" idx="2"/>
          </p:nvPr>
        </p:nvSpPr>
        <p:spPr>
          <a:prstGeom prst="rect">
            <a:avLst/>
          </a:prstGeom>
        </p:spPr>
        <p:txBody>
          <a:bodyPr/>
          <a:lstStyle/>
          <a:p>
            <a:pPr/>
            <a:fld id="{86CB4B4D-7CA3-9044-876B-883B54F8677D}" type="slidenum"/>
          </a:p>
        </p:txBody>
      </p:sp>
      <p:sp>
        <p:nvSpPr>
          <p:cNvPr id="243" name="Textplatzhalter 13"/>
          <p:cNvSpPr/>
          <p:nvPr>
            <p:ph type="body" sz="quarter" idx="22" hasCustomPrompt="1"/>
          </p:nvPr>
        </p:nvSpPr>
        <p:spPr>
          <a:xfrm>
            <a:off x="4274441" y="3782086"/>
            <a:ext cx="3636001" cy="1980002"/>
          </a:xfrm>
          <a:prstGeom prst="rect">
            <a:avLst/>
          </a:prstGeom>
        </p:spPr>
        <p:txBody>
          <a:bodyPr/>
          <a:lstStyle>
            <a:lvl1pPr marL="0" indent="0">
              <a:lnSpc>
                <a:spcPts val="2700"/>
              </a:lnSpc>
              <a:buClrTx/>
              <a:buSzTx/>
              <a:buNone/>
              <a:defRPr b="1"/>
            </a:lvl1pPr>
          </a:lstStyle>
          <a:p>
            <a:pPr/>
            <a:r>
              <a:t>First Level
Second Level</a:t>
            </a:r>
          </a:p>
        </p:txBody>
      </p:sp>
      <p:sp>
        <p:nvSpPr>
          <p:cNvPr id="244" name="Bildplatzhalter 8"/>
          <p:cNvSpPr/>
          <p:nvPr>
            <p:ph type="pic" sz="quarter" idx="23"/>
          </p:nvPr>
        </p:nvSpPr>
        <p:spPr>
          <a:xfrm>
            <a:off x="4274441" y="1417672"/>
            <a:ext cx="3636001" cy="2043796"/>
          </a:xfrm>
          <a:prstGeom prst="rect">
            <a:avLst/>
          </a:prstGeom>
        </p:spPr>
        <p:txBody>
          <a:bodyPr lIns="91439" tIns="45719" rIns="91439" bIns="45719">
            <a:noAutofit/>
          </a:bodyPr>
          <a:lstStyle/>
          <a:p>
            <a:pPr/>
          </a:p>
        </p:txBody>
      </p:sp>
      <p:sp>
        <p:nvSpPr>
          <p:cNvPr id="245" name="Textplatzhalter 13"/>
          <p:cNvSpPr/>
          <p:nvPr>
            <p:ph type="body" sz="quarter" idx="24" hasCustomPrompt="1"/>
          </p:nvPr>
        </p:nvSpPr>
        <p:spPr>
          <a:xfrm>
            <a:off x="8107199" y="3782086"/>
            <a:ext cx="3636001" cy="1980002"/>
          </a:xfrm>
          <a:prstGeom prst="rect">
            <a:avLst/>
          </a:prstGeom>
        </p:spPr>
        <p:txBody>
          <a:bodyPr/>
          <a:lstStyle>
            <a:lvl1pPr marL="0" indent="0">
              <a:lnSpc>
                <a:spcPts val="2700"/>
              </a:lnSpc>
              <a:buClrTx/>
              <a:buSzTx/>
              <a:buNone/>
              <a:defRPr b="1"/>
            </a:lvl1pPr>
          </a:lstStyle>
          <a:p>
            <a:pPr/>
            <a:r>
              <a:t>First Level
Second Level</a:t>
            </a:r>
          </a:p>
        </p:txBody>
      </p:sp>
      <p:sp>
        <p:nvSpPr>
          <p:cNvPr id="246" name="Bildplatzhalter 8"/>
          <p:cNvSpPr/>
          <p:nvPr>
            <p:ph type="pic" sz="quarter" idx="25"/>
          </p:nvPr>
        </p:nvSpPr>
        <p:spPr>
          <a:xfrm>
            <a:off x="8107199" y="1417672"/>
            <a:ext cx="3636001" cy="2043796"/>
          </a:xfrm>
          <a:prstGeom prst="rect">
            <a:avLst/>
          </a:prstGeom>
        </p:spPr>
        <p:txBody>
          <a:bodyPr lIns="91439" tIns="45719" rIns="91439" bIns="45719">
            <a:noAutofit/>
          </a:bodyPr>
          <a:lstStyle/>
          <a:p>
            <a:pPr/>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opics without Picture">
    <p:spTree>
      <p:nvGrpSpPr>
        <p:cNvPr id="1" name=""/>
        <p:cNvGrpSpPr/>
        <p:nvPr/>
      </p:nvGrpSpPr>
      <p:grpSpPr>
        <a:xfrm>
          <a:off x="0" y="0"/>
          <a:ext cx="0" cy="0"/>
          <a:chOff x="0" y="0"/>
          <a:chExt cx="0" cy="0"/>
        </a:xfrm>
      </p:grpSpPr>
      <p:pic>
        <p:nvPicPr>
          <p:cNvPr id="253" name="Grafik 5" descr="Grafik 5"/>
          <p:cNvPicPr>
            <a:picLocks noChangeAspect="1"/>
          </p:cNvPicPr>
          <p:nvPr/>
        </p:nvPicPr>
        <p:blipFill>
          <a:blip r:embed="rId2">
            <a:extLst/>
          </a:blip>
          <a:stretch>
            <a:fillRect/>
          </a:stretch>
        </p:blipFill>
        <p:spPr>
          <a:xfrm>
            <a:off x="11211783" y="260099"/>
            <a:ext cx="720001" cy="720001"/>
          </a:xfrm>
          <a:prstGeom prst="rect">
            <a:avLst/>
          </a:prstGeom>
          <a:ln w="12700">
            <a:miter lim="400000"/>
          </a:ln>
        </p:spPr>
      </p:pic>
      <p:sp>
        <p:nvSpPr>
          <p:cNvPr id="254" name="Body Level One…"/>
          <p:cNvSpPr txBox="1"/>
          <p:nvPr>
            <p:ph type="body" sz="quarter" idx="1" hasCustomPrompt="1"/>
          </p:nvPr>
        </p:nvSpPr>
        <p:spPr>
          <a:xfrm>
            <a:off x="449234" y="1553506"/>
            <a:ext cx="3643119" cy="1980001"/>
          </a:xfrm>
          <a:prstGeom prst="rect">
            <a:avLst/>
          </a:prstGeom>
        </p:spPr>
        <p:txBody>
          <a:bodyPr/>
          <a:lstStyle>
            <a:lvl1pPr marL="0" indent="0">
              <a:lnSpc>
                <a:spcPts val="2700"/>
              </a:lnSpc>
              <a:buClrTx/>
              <a:buSzTx/>
              <a:buNone/>
              <a:defRPr b="1"/>
            </a:lvl1pPr>
            <a:lvl2pPr marL="0" indent="0">
              <a:lnSpc>
                <a:spcPts val="2700"/>
              </a:lnSpc>
              <a:buClrTx/>
              <a:buSzTx/>
              <a:buNone/>
              <a:defRPr b="1"/>
            </a:lvl2pPr>
            <a:lvl3pPr marL="0" indent="0">
              <a:lnSpc>
                <a:spcPts val="2700"/>
              </a:lnSpc>
              <a:buClrTx/>
              <a:buSzTx/>
              <a:buNone/>
              <a:defRPr b="1"/>
            </a:lvl3pPr>
            <a:lvl4pPr marL="0" indent="0">
              <a:lnSpc>
                <a:spcPts val="2700"/>
              </a:lnSpc>
              <a:buClrTx/>
              <a:buSzTx/>
              <a:buNone/>
              <a:defRPr b="1"/>
            </a:lvl4pPr>
            <a:lvl5pPr marL="0" indent="0">
              <a:lnSpc>
                <a:spcPts val="2700"/>
              </a:lnSpc>
              <a:buClrTx/>
              <a:buSzTx/>
              <a:buNone/>
              <a:defRPr b="1"/>
            </a:lvl5pPr>
          </a:lstStyle>
          <a:p>
            <a:pPr/>
            <a:r>
              <a:t>First Level</a:t>
            </a:r>
          </a:p>
          <a:p>
            <a:pPr lvl="1"/>
            <a:r>
              <a:t/>
            </a:r>
          </a:p>
          <a:p>
            <a:pPr lvl="2"/>
            <a:r>
              <a:t/>
            </a:r>
          </a:p>
          <a:p>
            <a:pPr lvl="3"/>
            <a:r>
              <a:t/>
            </a:r>
          </a:p>
          <a:p>
            <a:pPr lvl="4"/>
            <a:r>
              <a:t/>
            </a:r>
          </a:p>
        </p:txBody>
      </p:sp>
      <p:sp>
        <p:nvSpPr>
          <p:cNvPr id="255" name="Write your titlemaximum two lines"/>
          <p:cNvSpPr txBox="1"/>
          <p:nvPr>
            <p:ph type="title" hasCustomPrompt="1"/>
          </p:nvPr>
        </p:nvSpPr>
        <p:spPr>
          <a:prstGeom prst="rect">
            <a:avLst/>
          </a:prstGeom>
        </p:spPr>
        <p:txBody>
          <a:bodyPr/>
          <a:lstStyle/>
          <a:p>
            <a:pPr/>
            <a:r>
              <a:t>Write your titlemaximum two lines</a:t>
            </a:r>
          </a:p>
        </p:txBody>
      </p:sp>
      <p:sp>
        <p:nvSpPr>
          <p:cNvPr id="256" name="Slide Number"/>
          <p:cNvSpPr txBox="1"/>
          <p:nvPr>
            <p:ph type="sldNum" sz="quarter" idx="2"/>
          </p:nvPr>
        </p:nvSpPr>
        <p:spPr>
          <a:prstGeom prst="rect">
            <a:avLst/>
          </a:prstGeom>
        </p:spPr>
        <p:txBody>
          <a:bodyPr/>
          <a:lstStyle/>
          <a:p>
            <a:pPr/>
            <a:fld id="{86CB4B4D-7CA3-9044-876B-883B54F8677D}" type="slidenum"/>
          </a:p>
        </p:txBody>
      </p:sp>
      <p:sp>
        <p:nvSpPr>
          <p:cNvPr id="257" name="Textplatzhalter 13"/>
          <p:cNvSpPr/>
          <p:nvPr>
            <p:ph type="body" sz="quarter" idx="21" hasCustomPrompt="1"/>
          </p:nvPr>
        </p:nvSpPr>
        <p:spPr>
          <a:xfrm>
            <a:off x="4274441" y="1553506"/>
            <a:ext cx="3643118" cy="1980001"/>
          </a:xfrm>
          <a:prstGeom prst="rect">
            <a:avLst/>
          </a:prstGeom>
        </p:spPr>
        <p:txBody>
          <a:bodyPr/>
          <a:lstStyle>
            <a:lvl1pPr marL="0" indent="0">
              <a:lnSpc>
                <a:spcPts val="2700"/>
              </a:lnSpc>
              <a:buClrTx/>
              <a:buSzTx/>
              <a:buNone/>
              <a:defRPr b="1"/>
            </a:lvl1pPr>
          </a:lstStyle>
          <a:p>
            <a:pPr/>
            <a:r>
              <a:t>First Level
Second Level</a:t>
            </a:r>
          </a:p>
        </p:txBody>
      </p:sp>
      <p:sp>
        <p:nvSpPr>
          <p:cNvPr id="258" name="Textplatzhalter 13"/>
          <p:cNvSpPr/>
          <p:nvPr>
            <p:ph type="body" sz="quarter" idx="22" hasCustomPrompt="1"/>
          </p:nvPr>
        </p:nvSpPr>
        <p:spPr>
          <a:xfrm>
            <a:off x="8107199" y="1553506"/>
            <a:ext cx="3643119" cy="1980001"/>
          </a:xfrm>
          <a:prstGeom prst="rect">
            <a:avLst/>
          </a:prstGeom>
        </p:spPr>
        <p:txBody>
          <a:bodyPr/>
          <a:lstStyle>
            <a:lvl1pPr marL="0" indent="0">
              <a:lnSpc>
                <a:spcPts val="2700"/>
              </a:lnSpc>
              <a:buClrTx/>
              <a:buSzTx/>
              <a:buNone/>
              <a:defRPr b="1"/>
            </a:lvl1pPr>
          </a:lstStyle>
          <a:p>
            <a:pPr/>
            <a:r>
              <a:t>First Level
Second Level</a:t>
            </a:r>
          </a:p>
        </p:txBody>
      </p:sp>
      <p:sp>
        <p:nvSpPr>
          <p:cNvPr id="259" name="Textplatzhalter 13"/>
          <p:cNvSpPr/>
          <p:nvPr>
            <p:ph type="body" sz="quarter" idx="23" hasCustomPrompt="1"/>
          </p:nvPr>
        </p:nvSpPr>
        <p:spPr>
          <a:xfrm>
            <a:off x="449235" y="3782086"/>
            <a:ext cx="3643118" cy="1980002"/>
          </a:xfrm>
          <a:prstGeom prst="rect">
            <a:avLst/>
          </a:prstGeom>
        </p:spPr>
        <p:txBody>
          <a:bodyPr/>
          <a:lstStyle>
            <a:lvl1pPr marL="0" indent="0">
              <a:lnSpc>
                <a:spcPts val="2700"/>
              </a:lnSpc>
              <a:buClrTx/>
              <a:buSzTx/>
              <a:buNone/>
              <a:defRPr b="1"/>
            </a:lvl1pPr>
          </a:lstStyle>
          <a:p>
            <a:pPr/>
            <a:r>
              <a:t>First Level
Second Level</a:t>
            </a:r>
          </a:p>
        </p:txBody>
      </p:sp>
      <p:sp>
        <p:nvSpPr>
          <p:cNvPr id="260" name="Textplatzhalter 13"/>
          <p:cNvSpPr/>
          <p:nvPr>
            <p:ph type="body" sz="quarter" idx="24" hasCustomPrompt="1"/>
          </p:nvPr>
        </p:nvSpPr>
        <p:spPr>
          <a:xfrm>
            <a:off x="4274441" y="3782086"/>
            <a:ext cx="3643118" cy="1980002"/>
          </a:xfrm>
          <a:prstGeom prst="rect">
            <a:avLst/>
          </a:prstGeom>
        </p:spPr>
        <p:txBody>
          <a:bodyPr/>
          <a:lstStyle>
            <a:lvl1pPr marL="0" indent="0">
              <a:lnSpc>
                <a:spcPts val="2700"/>
              </a:lnSpc>
              <a:buClrTx/>
              <a:buSzTx/>
              <a:buNone/>
              <a:defRPr b="1"/>
            </a:lvl1pPr>
          </a:lstStyle>
          <a:p>
            <a:pPr/>
            <a:r>
              <a:t>First Level
Second Level</a:t>
            </a:r>
          </a:p>
        </p:txBody>
      </p:sp>
      <p:sp>
        <p:nvSpPr>
          <p:cNvPr id="261" name="Textplatzhalter 13"/>
          <p:cNvSpPr/>
          <p:nvPr>
            <p:ph type="body" sz="quarter" idx="25" hasCustomPrompt="1"/>
          </p:nvPr>
        </p:nvSpPr>
        <p:spPr>
          <a:xfrm>
            <a:off x="8107199" y="3782086"/>
            <a:ext cx="3643119" cy="1980002"/>
          </a:xfrm>
          <a:prstGeom prst="rect">
            <a:avLst/>
          </a:prstGeom>
        </p:spPr>
        <p:txBody>
          <a:bodyPr/>
          <a:lstStyle>
            <a:lvl1pPr marL="0" indent="0">
              <a:lnSpc>
                <a:spcPts val="2700"/>
              </a:lnSpc>
              <a:buClrTx/>
              <a:buSzTx/>
              <a:buNone/>
              <a:defRPr b="1"/>
            </a:lvl1pPr>
          </a:lstStyle>
          <a:p>
            <a:pPr/>
            <a:r>
              <a:t>First Level
Second Level</a:t>
            </a:r>
          </a:p>
        </p:txBody>
      </p:sp>
    </p:spTree>
  </p:cSld>
  <p:clrMapOvr>
    <a:masterClrMapping/>
  </p:clrMapOvr>
  <p:transition xmlns:p14="http://schemas.microsoft.com/office/powerpoint/2010/main" spd="med" advClick="1"/>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Content">
    <p:spTree>
      <p:nvGrpSpPr>
        <p:cNvPr id="1" name=""/>
        <p:cNvGrpSpPr/>
        <p:nvPr/>
      </p:nvGrpSpPr>
      <p:grpSpPr>
        <a:xfrm>
          <a:off x="0" y="0"/>
          <a:ext cx="0" cy="0"/>
          <a:chOff x="0" y="0"/>
          <a:chExt cx="0" cy="0"/>
        </a:xfrm>
      </p:grpSpPr>
      <p:sp>
        <p:nvSpPr>
          <p:cNvPr id="268" name="Title Text"/>
          <p:cNvSpPr txBox="1"/>
          <p:nvPr>
            <p:ph type="title"/>
          </p:nvPr>
        </p:nvSpPr>
        <p:spPr>
          <a:xfrm>
            <a:off x="304799" y="183091"/>
            <a:ext cx="5486401" cy="762001"/>
          </a:xfrm>
          <a:prstGeom prst="rect">
            <a:avLst/>
          </a:prstGeom>
        </p:spPr>
        <p:txBody>
          <a:bodyPr lIns="30479" tIns="30479" rIns="30479" bIns="30479" anchor="ctr"/>
          <a:lstStyle>
            <a:lvl1pPr algn="ctr" defTabSz="609600">
              <a:lnSpc>
                <a:spcPct val="100000"/>
              </a:lnSpc>
              <a:defRPr sz="2800">
                <a:solidFill>
                  <a:srgbClr val="000000"/>
                </a:solidFill>
                <a:latin typeface="+mj-lt"/>
                <a:ea typeface="+mj-ea"/>
                <a:cs typeface="+mj-cs"/>
                <a:sym typeface="Calibri"/>
              </a:defRPr>
            </a:lvl1pPr>
          </a:lstStyle>
          <a:p>
            <a:pPr/>
            <a:r>
              <a:t>Title Text</a:t>
            </a:r>
          </a:p>
        </p:txBody>
      </p:sp>
      <p:sp>
        <p:nvSpPr>
          <p:cNvPr id="269" name="Body Level One…"/>
          <p:cNvSpPr txBox="1"/>
          <p:nvPr>
            <p:ph type="body" sz="quarter" idx="1"/>
          </p:nvPr>
        </p:nvSpPr>
        <p:spPr>
          <a:xfrm>
            <a:off x="304799" y="1066799"/>
            <a:ext cx="5486401" cy="3017310"/>
          </a:xfrm>
          <a:prstGeom prst="rect">
            <a:avLst/>
          </a:prstGeom>
        </p:spPr>
        <p:txBody>
          <a:bodyPr lIns="30479" tIns="30479" rIns="30479" bIns="30479"/>
          <a:lstStyle>
            <a:lvl1pPr marL="214312" indent="-214312" defTabSz="609600">
              <a:lnSpc>
                <a:spcPct val="100000"/>
              </a:lnSpc>
              <a:spcBef>
                <a:spcPts val="500"/>
              </a:spcBef>
              <a:buClrTx/>
              <a:buFont typeface="Arial"/>
              <a:buChar char="•"/>
              <a:defRPr sz="2000">
                <a:solidFill>
                  <a:srgbClr val="000000"/>
                </a:solidFill>
                <a:latin typeface="+mj-lt"/>
                <a:ea typeface="+mj-ea"/>
                <a:cs typeface="+mj-cs"/>
                <a:sym typeface="Calibri"/>
              </a:defRPr>
            </a:lvl1pPr>
            <a:lvl2pPr marL="661307" indent="-204107" defTabSz="609600">
              <a:lnSpc>
                <a:spcPct val="100000"/>
              </a:lnSpc>
              <a:spcBef>
                <a:spcPts val="500"/>
              </a:spcBef>
              <a:buClrTx/>
              <a:buFont typeface="Arial"/>
              <a:buChar char="–"/>
              <a:defRPr sz="2000">
                <a:solidFill>
                  <a:srgbClr val="000000"/>
                </a:solidFill>
                <a:latin typeface="+mj-lt"/>
                <a:ea typeface="+mj-ea"/>
                <a:cs typeface="+mj-cs"/>
                <a:sym typeface="Calibri"/>
              </a:defRPr>
            </a:lvl2pPr>
            <a:lvl3pPr marL="1104900" indent="-190500" defTabSz="609600">
              <a:lnSpc>
                <a:spcPct val="100000"/>
              </a:lnSpc>
              <a:spcBef>
                <a:spcPts val="500"/>
              </a:spcBef>
              <a:buClrTx/>
              <a:buFont typeface="Arial"/>
              <a:buChar char="•"/>
              <a:defRPr sz="2000">
                <a:solidFill>
                  <a:srgbClr val="000000"/>
                </a:solidFill>
                <a:latin typeface="+mj-lt"/>
                <a:ea typeface="+mj-ea"/>
                <a:cs typeface="+mj-cs"/>
                <a:sym typeface="Calibri"/>
              </a:defRPr>
            </a:lvl3pPr>
            <a:lvl4pPr marL="1600200" indent="-228600" defTabSz="609600">
              <a:lnSpc>
                <a:spcPct val="100000"/>
              </a:lnSpc>
              <a:spcBef>
                <a:spcPts val="500"/>
              </a:spcBef>
              <a:buClrTx/>
              <a:buFont typeface="Arial"/>
              <a:buChar char="–"/>
              <a:defRPr sz="2000">
                <a:solidFill>
                  <a:srgbClr val="000000"/>
                </a:solidFill>
                <a:latin typeface="+mj-lt"/>
                <a:ea typeface="+mj-ea"/>
                <a:cs typeface="+mj-cs"/>
                <a:sym typeface="Calibri"/>
              </a:defRPr>
            </a:lvl4pPr>
            <a:lvl5pPr marL="2057400" indent="-228600" defTabSz="609600">
              <a:lnSpc>
                <a:spcPct val="100000"/>
              </a:lnSpc>
              <a:spcBef>
                <a:spcPts val="500"/>
              </a:spcBef>
              <a:buClrTx/>
              <a:buFont typeface="Arial"/>
              <a:buChar char="»"/>
              <a:defRPr sz="2000">
                <a:solidFill>
                  <a:srgbClr val="000000"/>
                </a:solidFill>
                <a:latin typeface="+mj-lt"/>
                <a:ea typeface="+mj-ea"/>
                <a:cs typeface="+mj-cs"/>
                <a:sym typeface="Calibri"/>
              </a:defRPr>
            </a:lvl5pPr>
          </a:lstStyle>
          <a:p>
            <a:pPr/>
            <a:r>
              <a:t>Body Level One</a:t>
            </a:r>
          </a:p>
          <a:p>
            <a:pPr lvl="1"/>
            <a:r>
              <a:t>Body Level Two</a:t>
            </a:r>
          </a:p>
          <a:p>
            <a:pPr lvl="2"/>
            <a:r>
              <a:t>Body Level Three</a:t>
            </a:r>
          </a:p>
          <a:p>
            <a:pPr lvl="3"/>
            <a:r>
              <a:t>Body Level Four</a:t>
            </a:r>
          </a:p>
          <a:p>
            <a:pPr lvl="4"/>
            <a:r>
              <a:t>Body Level Five</a:t>
            </a:r>
          </a:p>
        </p:txBody>
      </p:sp>
      <p:sp>
        <p:nvSpPr>
          <p:cNvPr id="270" name="Slide Number"/>
          <p:cNvSpPr txBox="1"/>
          <p:nvPr>
            <p:ph type="sldNum" sz="quarter" idx="2"/>
          </p:nvPr>
        </p:nvSpPr>
        <p:spPr>
          <a:xfrm>
            <a:off x="5614550" y="4276506"/>
            <a:ext cx="176651" cy="165538"/>
          </a:xfrm>
          <a:prstGeom prst="rect">
            <a:avLst/>
          </a:prstGeom>
        </p:spPr>
        <p:txBody>
          <a:bodyPr lIns="30479" tIns="30479" rIns="30479" bIns="30479"/>
          <a:lstStyle>
            <a:lvl1pPr defTabSz="609600">
              <a:defRPr sz="800">
                <a:solidFill>
                  <a:srgbClr val="888888"/>
                </a:solidFill>
                <a:latin typeface="+mj-lt"/>
                <a:ea typeface="+mj-ea"/>
                <a:cs typeface="+mj-cs"/>
                <a:sym typeface="Calibri"/>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spTree>
      <p:nvGrpSpPr>
        <p:cNvPr id="1" name=""/>
        <p:cNvGrpSpPr/>
        <p:nvPr/>
      </p:nvGrpSpPr>
      <p:grpSpPr>
        <a:xfrm>
          <a:off x="0" y="0"/>
          <a:ext cx="0" cy="0"/>
          <a:chOff x="0" y="0"/>
          <a:chExt cx="0" cy="0"/>
        </a:xfrm>
      </p:grpSpPr>
      <p:sp>
        <p:nvSpPr>
          <p:cNvPr id="277" name="Slide Number"/>
          <p:cNvSpPr txBox="1"/>
          <p:nvPr>
            <p:ph type="sldNum" sz="quarter" idx="2"/>
          </p:nvPr>
        </p:nvSpPr>
        <p:spPr>
          <a:xfrm>
            <a:off x="5614550" y="4276506"/>
            <a:ext cx="176651" cy="165538"/>
          </a:xfrm>
          <a:prstGeom prst="rect">
            <a:avLst/>
          </a:prstGeom>
        </p:spPr>
        <p:txBody>
          <a:bodyPr lIns="30479" tIns="30479" rIns="30479" bIns="30479"/>
          <a:lstStyle>
            <a:lvl1pPr defTabSz="609600">
              <a:defRPr sz="800">
                <a:solidFill>
                  <a:srgbClr val="888888"/>
                </a:solidFill>
                <a:latin typeface="+mj-lt"/>
                <a:ea typeface="+mj-ea"/>
                <a:cs typeface="+mj-cs"/>
                <a:sym typeface="Calibri"/>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Slide">
    <p:spTree>
      <p:nvGrpSpPr>
        <p:cNvPr id="1" name=""/>
        <p:cNvGrpSpPr/>
        <p:nvPr/>
      </p:nvGrpSpPr>
      <p:grpSpPr>
        <a:xfrm>
          <a:off x="0" y="0"/>
          <a:ext cx="0" cy="0"/>
          <a:chOff x="0" y="0"/>
          <a:chExt cx="0" cy="0"/>
        </a:xfrm>
      </p:grpSpPr>
      <p:sp>
        <p:nvSpPr>
          <p:cNvPr id="284" name="Slide Number"/>
          <p:cNvSpPr txBox="1"/>
          <p:nvPr>
            <p:ph type="sldNum" sz="quarter" idx="2"/>
          </p:nvPr>
        </p:nvSpPr>
        <p:spPr>
          <a:xfrm>
            <a:off x="11828527" y="6534070"/>
            <a:ext cx="190073" cy="165101"/>
          </a:xfrm>
          <a:prstGeom prst="rect">
            <a:avLst/>
          </a:prstGeom>
        </p:spPr>
        <p:txBody>
          <a:bodyPr/>
          <a:lstStyle>
            <a:lvl1pPr>
              <a:defRPr spc="-1" sz="1100"/>
            </a:lvl1pPr>
          </a:lstStyle>
          <a:p>
            <a:pPr/>
            <a:fld id="{86CB4B4D-7CA3-9044-876B-883B54F8677D}" type="slidenum"/>
          </a:p>
        </p:txBody>
      </p:sp>
      <p:pic>
        <p:nvPicPr>
          <p:cNvPr id="285" name="Picture 8" descr="Picture 8"/>
          <p:cNvPicPr>
            <a:picLocks noChangeAspect="1"/>
          </p:cNvPicPr>
          <p:nvPr/>
        </p:nvPicPr>
        <p:blipFill>
          <a:blip r:embed="rId2">
            <a:extLst/>
          </a:blip>
          <a:stretch>
            <a:fillRect/>
          </a:stretch>
        </p:blipFill>
        <p:spPr>
          <a:xfrm>
            <a:off x="9826200" y="260279"/>
            <a:ext cx="2105281" cy="743402"/>
          </a:xfrm>
          <a:prstGeom prst="rect">
            <a:avLst/>
          </a:prstGeom>
          <a:ln w="12700">
            <a:miter lim="400000"/>
          </a:ln>
        </p:spPr>
      </p:pic>
      <p:sp>
        <p:nvSpPr>
          <p:cNvPr id="286" name="Freeform 85"/>
          <p:cNvSpPr/>
          <p:nvPr/>
        </p:nvSpPr>
        <p:spPr>
          <a:xfrm>
            <a:off x="10756110" y="1393882"/>
            <a:ext cx="1629433" cy="976225"/>
          </a:xfrm>
          <a:prstGeom prst="rect">
            <a:avLst/>
          </a:prstGeom>
          <a:blipFill>
            <a:blip r:embed="rId3"/>
            <a:stretch>
              <a:fillRect/>
            </a:stretch>
          </a:blipFill>
          <a:ln w="12700">
            <a:miter lim="400000"/>
          </a:ln>
        </p:spPr>
        <p:txBody>
          <a:bodyPr lIns="30479" tIns="30479" rIns="30479" bIns="30479"/>
          <a:lstStyle/>
          <a:p>
            <a:pPr defTabSz="609600">
              <a:defRPr sz="1100">
                <a:solidFill>
                  <a:srgbClr val="000000"/>
                </a:solidFill>
                <a:latin typeface="+mj-lt"/>
                <a:ea typeface="+mj-ea"/>
                <a:cs typeface="+mj-cs"/>
                <a:sym typeface="Calibri"/>
              </a:defRPr>
            </a:pPr>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Relationship Id="rId16" Type="http://schemas.openxmlformats.org/officeDocument/2006/relationships/slideLayout" Target="../slideLayouts/slideLayout13.xml"/><Relationship Id="rId17" Type="http://schemas.openxmlformats.org/officeDocument/2006/relationships/slideLayout" Target="../slideLayouts/slideLayout14.xml"/><Relationship Id="rId18" Type="http://schemas.openxmlformats.org/officeDocument/2006/relationships/slideLayout" Target="../slideLayouts/slideLayout15.xml"/><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 Id="rId23" Type="http://schemas.openxmlformats.org/officeDocument/2006/relationships/slideLayout" Target="../slideLayouts/slideLayout20.xml"/><Relationship Id="rId24" Type="http://schemas.openxmlformats.org/officeDocument/2006/relationships/slideLayout" Target="../slideLayouts/slideLayout21.xml"/><Relationship Id="rId25" Type="http://schemas.openxmlformats.org/officeDocument/2006/relationships/slideLayout" Target="../slideLayouts/slideLayout22.xml"/><Relationship Id="rId26" Type="http://schemas.openxmlformats.org/officeDocument/2006/relationships/slideLayout" Target="../slideLayouts/slideLayout23.xml"/><Relationship Id="rId27"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Agenda"/>
          <p:cNvSpPr txBox="1"/>
          <p:nvPr>
            <p:ph type="title" hasCustomPrompt="1"/>
          </p:nvPr>
        </p:nvSpPr>
        <p:spPr>
          <a:xfrm>
            <a:off x="450000" y="330270"/>
            <a:ext cx="9912012" cy="974656"/>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r>
              <a:t>Agenda</a:t>
            </a:r>
          </a:p>
        </p:txBody>
      </p:sp>
      <p:sp>
        <p:nvSpPr>
          <p:cNvPr id="3" name="Slide Number"/>
          <p:cNvSpPr txBox="1"/>
          <p:nvPr>
            <p:ph type="sldNum" sz="quarter" idx="2"/>
          </p:nvPr>
        </p:nvSpPr>
        <p:spPr>
          <a:xfrm>
            <a:off x="11844580" y="6539678"/>
            <a:ext cx="174179" cy="152401"/>
          </a:xfrm>
          <a:prstGeom prst="rect">
            <a:avLst/>
          </a:prstGeom>
          <a:ln w="12700">
            <a:miter lim="400000"/>
          </a:ln>
        </p:spPr>
        <p:txBody>
          <a:bodyPr wrap="none" lIns="0" tIns="0" rIns="0" bIns="0" anchor="ctr">
            <a:spAutoFit/>
          </a:bodyPr>
          <a:lstStyle>
            <a:lvl1pPr algn="r">
              <a:defRPr sz="1000"/>
            </a:lvl1pPr>
          </a:lstStyle>
          <a:p>
            <a:pPr/>
            <a:fld id="{86CB4B4D-7CA3-9044-876B-883B54F8677D}" type="slidenum"/>
          </a:p>
        </p:txBody>
      </p:sp>
      <p:sp>
        <p:nvSpPr>
          <p:cNvPr id="4" name="Body Level One…"/>
          <p:cNvSpPr txBox="1"/>
          <p:nvPr>
            <p:ph type="body" idx="1" hasCustomPrompt="1"/>
          </p:nvPr>
        </p:nvSpPr>
        <p:spPr>
          <a:xfrm>
            <a:off x="450000" y="1729104"/>
            <a:ext cx="9912351" cy="4646852"/>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r>
              <a:t>Write your first topic here</a:t>
            </a:r>
          </a:p>
          <a:p>
            <a:pPr lvl="1"/>
            <a:r>
              <a:t/>
            </a:r>
          </a:p>
          <a:p>
            <a:pPr lvl="2"/>
            <a:r>
              <a:t/>
            </a:r>
          </a:p>
          <a:p>
            <a:pPr lvl="3"/>
            <a:r>
              <a:t/>
            </a:r>
          </a:p>
          <a:p>
            <a:pPr lvl="4"/>
            <a:r>
              <a:t/>
            </a:r>
          </a:p>
        </p:txBody>
      </p:sp>
      <p:sp>
        <p:nvSpPr>
          <p:cNvPr id="5" name="Freeform 5"/>
          <p:cNvSpPr/>
          <p:nvPr/>
        </p:nvSpPr>
        <p:spPr>
          <a:xfrm>
            <a:off x="10087640" y="423064"/>
            <a:ext cx="1580342" cy="558932"/>
          </a:xfrm>
          <a:prstGeom prst="rect">
            <a:avLst/>
          </a:prstGeom>
          <a:blipFill>
            <a:blip r:embed="rId2"/>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pic>
        <p:nvPicPr>
          <p:cNvPr id="6" name="Picture 9" descr="Picture 9"/>
          <p:cNvPicPr>
            <a:picLocks noChangeAspect="1"/>
          </p:cNvPicPr>
          <p:nvPr/>
        </p:nvPicPr>
        <p:blipFill>
          <a:blip r:embed="rId3">
            <a:extLst/>
          </a:blip>
          <a:stretch>
            <a:fillRect/>
          </a:stretch>
        </p:blipFill>
        <p:spPr>
          <a:xfrm>
            <a:off x="9832023" y="1018337"/>
            <a:ext cx="2091576" cy="1397666"/>
          </a:xfrm>
          <a:prstGeom prst="rect">
            <a:avLst/>
          </a:prstGeom>
          <a:ln w="12700">
            <a:miter lim="400000"/>
          </a:ln>
        </p:spPr>
      </p:pic>
    </p:spTree>
  </p:cSld>
  <p:clrMap bg1="lt1" tx1="dk1" bg2="lt2"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 id="2147483661" r:id="rId16"/>
    <p:sldLayoutId id="2147483662" r:id="rId17"/>
    <p:sldLayoutId id="2147483663" r:id="rId18"/>
    <p:sldLayoutId id="2147483664" r:id="rId19"/>
    <p:sldLayoutId id="2147483665" r:id="rId20"/>
    <p:sldLayoutId id="2147483666" r:id="rId21"/>
    <p:sldLayoutId id="2147483667" r:id="rId22"/>
    <p:sldLayoutId id="2147483668" r:id="rId23"/>
    <p:sldLayoutId id="2147483669" r:id="rId24"/>
    <p:sldLayoutId id="2147483670" r:id="rId25"/>
    <p:sldLayoutId id="2147483671" r:id="rId26"/>
    <p:sldLayoutId id="2147483672" r:id="rId27"/>
  </p:sldLayoutIdLst>
  <p:transition xmlns:p14="http://schemas.microsoft.com/office/powerpoint/2010/main" spd="med" advClick="1"/>
  <p:txStyles>
    <p:titleStyle>
      <a:lvl1pPr marL="0" marR="0" indent="0" algn="l" defTabSz="914400" rtl="0" latinLnBrk="0">
        <a:lnSpc>
          <a:spcPts val="3600"/>
        </a:lnSpc>
        <a:spcBef>
          <a:spcPts val="0"/>
        </a:spcBef>
        <a:spcAft>
          <a:spcPts val="0"/>
        </a:spcAft>
        <a:buClrTx/>
        <a:buSzTx/>
        <a:buFontTx/>
        <a:buNone/>
        <a:tabLst/>
        <a:defRPr b="0" baseline="0" cap="none" i="0" spc="0" strike="noStrike" sz="2400" u="none">
          <a:solidFill>
            <a:srgbClr val="5A6065"/>
          </a:solidFill>
          <a:uFillTx/>
          <a:latin typeface="Verdana"/>
          <a:ea typeface="Verdana"/>
          <a:cs typeface="Verdana"/>
          <a:sym typeface="Verdana"/>
        </a:defRPr>
      </a:lvl1pPr>
      <a:lvl2pPr marL="0" marR="0" indent="0" algn="l" defTabSz="914400" rtl="0" latinLnBrk="0">
        <a:lnSpc>
          <a:spcPts val="3600"/>
        </a:lnSpc>
        <a:spcBef>
          <a:spcPts val="0"/>
        </a:spcBef>
        <a:spcAft>
          <a:spcPts val="0"/>
        </a:spcAft>
        <a:buClrTx/>
        <a:buSzTx/>
        <a:buFontTx/>
        <a:buNone/>
        <a:tabLst/>
        <a:defRPr b="0" baseline="0" cap="none" i="0" spc="0" strike="noStrike" sz="2400" u="none">
          <a:solidFill>
            <a:srgbClr val="5A6065"/>
          </a:solidFill>
          <a:uFillTx/>
          <a:latin typeface="Verdana"/>
          <a:ea typeface="Verdana"/>
          <a:cs typeface="Verdana"/>
          <a:sym typeface="Verdana"/>
        </a:defRPr>
      </a:lvl2pPr>
      <a:lvl3pPr marL="0" marR="0" indent="0" algn="l" defTabSz="914400" rtl="0" latinLnBrk="0">
        <a:lnSpc>
          <a:spcPts val="3600"/>
        </a:lnSpc>
        <a:spcBef>
          <a:spcPts val="0"/>
        </a:spcBef>
        <a:spcAft>
          <a:spcPts val="0"/>
        </a:spcAft>
        <a:buClrTx/>
        <a:buSzTx/>
        <a:buFontTx/>
        <a:buNone/>
        <a:tabLst/>
        <a:defRPr b="0" baseline="0" cap="none" i="0" spc="0" strike="noStrike" sz="2400" u="none">
          <a:solidFill>
            <a:srgbClr val="5A6065"/>
          </a:solidFill>
          <a:uFillTx/>
          <a:latin typeface="Verdana"/>
          <a:ea typeface="Verdana"/>
          <a:cs typeface="Verdana"/>
          <a:sym typeface="Verdana"/>
        </a:defRPr>
      </a:lvl3pPr>
      <a:lvl4pPr marL="0" marR="0" indent="0" algn="l" defTabSz="914400" rtl="0" latinLnBrk="0">
        <a:lnSpc>
          <a:spcPts val="3600"/>
        </a:lnSpc>
        <a:spcBef>
          <a:spcPts val="0"/>
        </a:spcBef>
        <a:spcAft>
          <a:spcPts val="0"/>
        </a:spcAft>
        <a:buClrTx/>
        <a:buSzTx/>
        <a:buFontTx/>
        <a:buNone/>
        <a:tabLst/>
        <a:defRPr b="0" baseline="0" cap="none" i="0" spc="0" strike="noStrike" sz="2400" u="none">
          <a:solidFill>
            <a:srgbClr val="5A6065"/>
          </a:solidFill>
          <a:uFillTx/>
          <a:latin typeface="Verdana"/>
          <a:ea typeface="Verdana"/>
          <a:cs typeface="Verdana"/>
          <a:sym typeface="Verdana"/>
        </a:defRPr>
      </a:lvl4pPr>
      <a:lvl5pPr marL="0" marR="0" indent="0" algn="l" defTabSz="914400" rtl="0" latinLnBrk="0">
        <a:lnSpc>
          <a:spcPts val="3600"/>
        </a:lnSpc>
        <a:spcBef>
          <a:spcPts val="0"/>
        </a:spcBef>
        <a:spcAft>
          <a:spcPts val="0"/>
        </a:spcAft>
        <a:buClrTx/>
        <a:buSzTx/>
        <a:buFontTx/>
        <a:buNone/>
        <a:tabLst/>
        <a:defRPr b="0" baseline="0" cap="none" i="0" spc="0" strike="noStrike" sz="2400" u="none">
          <a:solidFill>
            <a:srgbClr val="5A6065"/>
          </a:solidFill>
          <a:uFillTx/>
          <a:latin typeface="Verdana"/>
          <a:ea typeface="Verdana"/>
          <a:cs typeface="Verdana"/>
          <a:sym typeface="Verdana"/>
        </a:defRPr>
      </a:lvl5pPr>
      <a:lvl6pPr marL="0" marR="0" indent="0" algn="l" defTabSz="914400" rtl="0" latinLnBrk="0">
        <a:lnSpc>
          <a:spcPts val="3600"/>
        </a:lnSpc>
        <a:spcBef>
          <a:spcPts val="0"/>
        </a:spcBef>
        <a:spcAft>
          <a:spcPts val="0"/>
        </a:spcAft>
        <a:buClrTx/>
        <a:buSzTx/>
        <a:buFontTx/>
        <a:buNone/>
        <a:tabLst/>
        <a:defRPr b="0" baseline="0" cap="none" i="0" spc="0" strike="noStrike" sz="2400" u="none">
          <a:solidFill>
            <a:srgbClr val="5A6065"/>
          </a:solidFill>
          <a:uFillTx/>
          <a:latin typeface="Verdana"/>
          <a:ea typeface="Verdana"/>
          <a:cs typeface="Verdana"/>
          <a:sym typeface="Verdana"/>
        </a:defRPr>
      </a:lvl6pPr>
      <a:lvl7pPr marL="0" marR="0" indent="0" algn="l" defTabSz="914400" rtl="0" latinLnBrk="0">
        <a:lnSpc>
          <a:spcPts val="3600"/>
        </a:lnSpc>
        <a:spcBef>
          <a:spcPts val="0"/>
        </a:spcBef>
        <a:spcAft>
          <a:spcPts val="0"/>
        </a:spcAft>
        <a:buClrTx/>
        <a:buSzTx/>
        <a:buFontTx/>
        <a:buNone/>
        <a:tabLst/>
        <a:defRPr b="0" baseline="0" cap="none" i="0" spc="0" strike="noStrike" sz="2400" u="none">
          <a:solidFill>
            <a:srgbClr val="5A6065"/>
          </a:solidFill>
          <a:uFillTx/>
          <a:latin typeface="Verdana"/>
          <a:ea typeface="Verdana"/>
          <a:cs typeface="Verdana"/>
          <a:sym typeface="Verdana"/>
        </a:defRPr>
      </a:lvl7pPr>
      <a:lvl8pPr marL="0" marR="0" indent="0" algn="l" defTabSz="914400" rtl="0" latinLnBrk="0">
        <a:lnSpc>
          <a:spcPts val="3600"/>
        </a:lnSpc>
        <a:spcBef>
          <a:spcPts val="0"/>
        </a:spcBef>
        <a:spcAft>
          <a:spcPts val="0"/>
        </a:spcAft>
        <a:buClrTx/>
        <a:buSzTx/>
        <a:buFontTx/>
        <a:buNone/>
        <a:tabLst/>
        <a:defRPr b="0" baseline="0" cap="none" i="0" spc="0" strike="noStrike" sz="2400" u="none">
          <a:solidFill>
            <a:srgbClr val="5A6065"/>
          </a:solidFill>
          <a:uFillTx/>
          <a:latin typeface="Verdana"/>
          <a:ea typeface="Verdana"/>
          <a:cs typeface="Verdana"/>
          <a:sym typeface="Verdana"/>
        </a:defRPr>
      </a:lvl8pPr>
      <a:lvl9pPr marL="0" marR="0" indent="0" algn="l" defTabSz="914400" rtl="0" latinLnBrk="0">
        <a:lnSpc>
          <a:spcPts val="3600"/>
        </a:lnSpc>
        <a:spcBef>
          <a:spcPts val="0"/>
        </a:spcBef>
        <a:spcAft>
          <a:spcPts val="0"/>
        </a:spcAft>
        <a:buClrTx/>
        <a:buSzTx/>
        <a:buFontTx/>
        <a:buNone/>
        <a:tabLst/>
        <a:defRPr b="0" baseline="0" cap="none" i="0" spc="0" strike="noStrike" sz="2400" u="none">
          <a:solidFill>
            <a:srgbClr val="5A6065"/>
          </a:solidFill>
          <a:uFillTx/>
          <a:latin typeface="Verdana"/>
          <a:ea typeface="Verdana"/>
          <a:cs typeface="Verdana"/>
          <a:sym typeface="Verdana"/>
        </a:defRPr>
      </a:lvl9pPr>
    </p:titleStyle>
    <p:bodyStyle>
      <a:lvl1pPr marL="359999" marR="0" indent="-358775" algn="l" defTabSz="914400" rtl="0" latinLnBrk="0">
        <a:lnSpc>
          <a:spcPct val="150000"/>
        </a:lnSpc>
        <a:spcBef>
          <a:spcPts val="0"/>
        </a:spcBef>
        <a:spcAft>
          <a:spcPts val="0"/>
        </a:spcAft>
        <a:buClr>
          <a:schemeClr val="accent1"/>
        </a:buClr>
        <a:buSzPct val="100000"/>
        <a:buFontTx/>
        <a:buAutoNum type="arabicPeriod" startAt="1"/>
        <a:tabLst/>
        <a:defRPr b="0" baseline="0" cap="none" i="0" spc="0" strike="noStrike" sz="1800" u="none">
          <a:solidFill>
            <a:srgbClr val="5A6065"/>
          </a:solidFill>
          <a:uFillTx/>
          <a:latin typeface="Verdana"/>
          <a:ea typeface="Verdana"/>
          <a:cs typeface="Verdana"/>
          <a:sym typeface="Verdana"/>
        </a:defRPr>
      </a:lvl1pPr>
      <a:lvl2pPr marL="719137" marR="0" indent="-360363" algn="l" defTabSz="914400" rtl="0" latinLnBrk="0">
        <a:lnSpc>
          <a:spcPct val="150000"/>
        </a:lnSpc>
        <a:spcBef>
          <a:spcPts val="0"/>
        </a:spcBef>
        <a:spcAft>
          <a:spcPts val="0"/>
        </a:spcAft>
        <a:buClr>
          <a:schemeClr val="accent1"/>
        </a:buClr>
        <a:buSzPct val="100000"/>
        <a:buFontTx/>
        <a:buChar char="●"/>
        <a:tabLst/>
        <a:defRPr b="0" baseline="0" cap="none" i="0" spc="0" strike="noStrike" sz="1800" u="none">
          <a:solidFill>
            <a:srgbClr val="5A6065"/>
          </a:solidFill>
          <a:uFillTx/>
          <a:latin typeface="Verdana"/>
          <a:ea typeface="Verdana"/>
          <a:cs typeface="Verdana"/>
          <a:sym typeface="Verdana"/>
        </a:defRPr>
      </a:lvl2pPr>
      <a:lvl3pPr marL="1079999" marR="0" indent="-360362" algn="l" defTabSz="914400" rtl="0" latinLnBrk="0">
        <a:lnSpc>
          <a:spcPct val="150000"/>
        </a:lnSpc>
        <a:spcBef>
          <a:spcPts val="0"/>
        </a:spcBef>
        <a:spcAft>
          <a:spcPts val="0"/>
        </a:spcAft>
        <a:buClr>
          <a:schemeClr val="accent1"/>
        </a:buClr>
        <a:buSzPct val="100000"/>
        <a:buFontTx/>
        <a:buAutoNum type="alphaLcParenR" startAt="1"/>
        <a:tabLst/>
        <a:defRPr b="0" baseline="0" cap="none" i="0" spc="0" strike="noStrike" sz="1800" u="none">
          <a:solidFill>
            <a:srgbClr val="5A6065"/>
          </a:solidFill>
          <a:uFillTx/>
          <a:latin typeface="Verdana"/>
          <a:ea typeface="Verdana"/>
          <a:cs typeface="Verdana"/>
          <a:sym typeface="Verdana"/>
        </a:defRPr>
      </a:lvl3pPr>
      <a:lvl4pPr marL="1439999" marR="0" indent="-360362" algn="l" defTabSz="914400" rtl="0" latinLnBrk="0">
        <a:lnSpc>
          <a:spcPct val="150000"/>
        </a:lnSpc>
        <a:spcBef>
          <a:spcPts val="0"/>
        </a:spcBef>
        <a:spcAft>
          <a:spcPts val="0"/>
        </a:spcAft>
        <a:buClr>
          <a:schemeClr val="accent1"/>
        </a:buClr>
        <a:buSzPct val="100000"/>
        <a:buFontTx/>
        <a:buChar char="−"/>
        <a:tabLst/>
        <a:defRPr b="0" baseline="0" cap="none" i="0" spc="0" strike="noStrike" sz="1800" u="none">
          <a:solidFill>
            <a:srgbClr val="5A6065"/>
          </a:solidFill>
          <a:uFillTx/>
          <a:latin typeface="Verdana"/>
          <a:ea typeface="Verdana"/>
          <a:cs typeface="Verdana"/>
          <a:sym typeface="Verdana"/>
        </a:defRPr>
      </a:lvl4pPr>
      <a:lvl5pPr marL="1439999" marR="0" indent="-360000" algn="l" defTabSz="914400" rtl="0" latinLnBrk="0">
        <a:lnSpc>
          <a:spcPct val="150000"/>
        </a:lnSpc>
        <a:spcBef>
          <a:spcPts val="0"/>
        </a:spcBef>
        <a:spcAft>
          <a:spcPts val="0"/>
        </a:spcAft>
        <a:buClr>
          <a:schemeClr val="accent1"/>
        </a:buClr>
        <a:buSzPct val="100000"/>
        <a:buFontTx/>
        <a:buChar char="−"/>
        <a:tabLst/>
        <a:defRPr b="0" baseline="0" cap="none" i="0" spc="0" strike="noStrike" sz="1800" u="none">
          <a:solidFill>
            <a:srgbClr val="5A6065"/>
          </a:solidFill>
          <a:uFillTx/>
          <a:latin typeface="Verdana"/>
          <a:ea typeface="Verdana"/>
          <a:cs typeface="Verdana"/>
          <a:sym typeface="Verdana"/>
        </a:defRPr>
      </a:lvl5pPr>
      <a:lvl6pPr marL="1439999" marR="0" indent="-360000" algn="l" defTabSz="914400" rtl="0" latinLnBrk="0">
        <a:lnSpc>
          <a:spcPct val="150000"/>
        </a:lnSpc>
        <a:spcBef>
          <a:spcPts val="0"/>
        </a:spcBef>
        <a:spcAft>
          <a:spcPts val="0"/>
        </a:spcAft>
        <a:buClr>
          <a:schemeClr val="accent1"/>
        </a:buClr>
        <a:buSzPct val="100000"/>
        <a:buFontTx/>
        <a:buChar char="−"/>
        <a:tabLst/>
        <a:defRPr b="0" baseline="0" cap="none" i="0" spc="0" strike="noStrike" sz="1800" u="none">
          <a:solidFill>
            <a:srgbClr val="5A6065"/>
          </a:solidFill>
          <a:uFillTx/>
          <a:latin typeface="Verdana"/>
          <a:ea typeface="Verdana"/>
          <a:cs typeface="Verdana"/>
          <a:sym typeface="Verdana"/>
        </a:defRPr>
      </a:lvl6pPr>
      <a:lvl7pPr marL="1439999" marR="0" indent="-360000" algn="l" defTabSz="914400" rtl="0" latinLnBrk="0">
        <a:lnSpc>
          <a:spcPct val="150000"/>
        </a:lnSpc>
        <a:spcBef>
          <a:spcPts val="0"/>
        </a:spcBef>
        <a:spcAft>
          <a:spcPts val="0"/>
        </a:spcAft>
        <a:buClr>
          <a:schemeClr val="accent1"/>
        </a:buClr>
        <a:buSzPct val="100000"/>
        <a:buFontTx/>
        <a:buChar char="−"/>
        <a:tabLst/>
        <a:defRPr b="0" baseline="0" cap="none" i="0" spc="0" strike="noStrike" sz="1800" u="none">
          <a:solidFill>
            <a:srgbClr val="5A6065"/>
          </a:solidFill>
          <a:uFillTx/>
          <a:latin typeface="Verdana"/>
          <a:ea typeface="Verdana"/>
          <a:cs typeface="Verdana"/>
          <a:sym typeface="Verdana"/>
        </a:defRPr>
      </a:lvl7pPr>
      <a:lvl8pPr marL="1439999" marR="0" indent="-360000" algn="l" defTabSz="914400" rtl="0" latinLnBrk="0">
        <a:lnSpc>
          <a:spcPct val="150000"/>
        </a:lnSpc>
        <a:spcBef>
          <a:spcPts val="0"/>
        </a:spcBef>
        <a:spcAft>
          <a:spcPts val="0"/>
        </a:spcAft>
        <a:buClr>
          <a:schemeClr val="accent1"/>
        </a:buClr>
        <a:buSzPct val="100000"/>
        <a:buFontTx/>
        <a:buChar char="−"/>
        <a:tabLst/>
        <a:defRPr b="0" baseline="0" cap="none" i="0" spc="0" strike="noStrike" sz="1800" u="none">
          <a:solidFill>
            <a:srgbClr val="5A6065"/>
          </a:solidFill>
          <a:uFillTx/>
          <a:latin typeface="Verdana"/>
          <a:ea typeface="Verdana"/>
          <a:cs typeface="Verdana"/>
          <a:sym typeface="Verdana"/>
        </a:defRPr>
      </a:lvl8pPr>
      <a:lvl9pPr marL="1439999" marR="0" indent="-360000" algn="l" defTabSz="914400" rtl="0" latinLnBrk="0">
        <a:lnSpc>
          <a:spcPct val="150000"/>
        </a:lnSpc>
        <a:spcBef>
          <a:spcPts val="0"/>
        </a:spcBef>
        <a:spcAft>
          <a:spcPts val="0"/>
        </a:spcAft>
        <a:buClr>
          <a:schemeClr val="accent1"/>
        </a:buClr>
        <a:buSzPct val="100000"/>
        <a:buFontTx/>
        <a:buChar char="−"/>
        <a:tabLst/>
        <a:defRPr b="0" baseline="0" cap="none" i="0" spc="0" strike="noStrike" sz="1800" u="none">
          <a:solidFill>
            <a:srgbClr val="5A6065"/>
          </a:solidFill>
          <a:uFillTx/>
          <a:latin typeface="Verdana"/>
          <a:ea typeface="Verdana"/>
          <a:cs typeface="Verdana"/>
          <a:sym typeface="Verdana"/>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Verdana"/>
        </a:defRPr>
      </a:lvl1pPr>
      <a:lvl2pPr marL="0" marR="0" indent="4572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Verdana"/>
        </a:defRPr>
      </a:lvl2pPr>
      <a:lvl3pPr marL="0" marR="0" indent="9144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Verdana"/>
        </a:defRPr>
      </a:lvl3pPr>
      <a:lvl4pPr marL="0" marR="0" indent="13716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Verdana"/>
        </a:defRPr>
      </a:lvl4pPr>
      <a:lvl5pPr marL="0" marR="0" indent="18288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Verdana"/>
        </a:defRPr>
      </a:lvl5pPr>
      <a:lvl6pPr marL="0" marR="0" indent="22860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Verdana"/>
        </a:defRPr>
      </a:lvl6pPr>
      <a:lvl7pPr marL="0" marR="0" indent="27432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Verdana"/>
        </a:defRPr>
      </a:lvl7pPr>
      <a:lvl8pPr marL="0" marR="0" indent="32004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Verdana"/>
        </a:defRPr>
      </a:lvl8pPr>
      <a:lvl9pPr marL="0" marR="0" indent="36576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Verdan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png"/><Relationship Id="rId6" Type="http://schemas.openxmlformats.org/officeDocument/2006/relationships/image" Target="../media/image2.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3.png"/><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20.png"/><Relationship Id="rId11" Type="http://schemas.openxmlformats.org/officeDocument/2006/relationships/image" Target="../media/image21.png"/><Relationship Id="rId12" Type="http://schemas.openxmlformats.org/officeDocument/2006/relationships/image" Target="../media/image22.png"/><Relationship Id="rId13" Type="http://schemas.openxmlformats.org/officeDocument/2006/relationships/image" Target="../media/image23.png"/><Relationship Id="rId14" Type="http://schemas.openxmlformats.org/officeDocument/2006/relationships/image" Target="../media/image24.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13.png"/><Relationship Id="rId6" Type="http://schemas.openxmlformats.org/officeDocument/2006/relationships/image" Target="../media/image28.png"/><Relationship Id="rId7" Type="http://schemas.openxmlformats.org/officeDocument/2006/relationships/image" Target="../media/image20.png"/><Relationship Id="rId8" Type="http://schemas.openxmlformats.org/officeDocument/2006/relationships/image" Target="../media/image29.png"/><Relationship Id="rId9" Type="http://schemas.openxmlformats.org/officeDocument/2006/relationships/image" Target="../media/image30.png"/><Relationship Id="rId10" Type="http://schemas.openxmlformats.org/officeDocument/2006/relationships/image" Target="../media/image3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3.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1.jpeg"/><Relationship Id="rId6" Type="http://schemas.openxmlformats.org/officeDocument/2006/relationships/image" Target="../media/image34.png"/><Relationship Id="rId7" Type="http://schemas.openxmlformats.org/officeDocument/2006/relationships/image" Target="../media/image20.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3.png"/><Relationship Id="rId3" Type="http://schemas.openxmlformats.org/officeDocument/2006/relationships/image" Target="../media/image2.jpeg"/><Relationship Id="rId4" Type="http://schemas.openxmlformats.org/officeDocument/2006/relationships/image" Target="../media/image3.jpeg"/><Relationship Id="rId5" Type="http://schemas.openxmlformats.org/officeDocument/2006/relationships/image" Target="../media/image35.png"/><Relationship Id="rId6" Type="http://schemas.openxmlformats.org/officeDocument/2006/relationships/image" Target="../media/image20.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20.png"/><Relationship Id="rId5" Type="http://schemas.openxmlformats.org/officeDocument/2006/relationships/image" Target="../media/image1.png"/><Relationship Id="rId6" Type="http://schemas.openxmlformats.org/officeDocument/2006/relationships/image" Target="../media/image36.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3.jpeg"/><Relationship Id="rId4" Type="http://schemas.openxmlformats.org/officeDocument/2006/relationships/image" Target="../media/image2.jpeg"/></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docs.sc.hpi.de/aisc/FAQ/" TargetMode="External"/><Relationship Id="rId3" Type="http://schemas.openxmlformats.org/officeDocument/2006/relationships/hyperlink" Target="mailto:aisc-helpdesk@hpi.de" TargetMode="External"/><Relationship Id="rId4" Type="http://schemas.openxmlformats.org/officeDocument/2006/relationships/hyperlink" Target="mailto:ki-servicezentrum@hpi.de" TargetMode="External"/><Relationship Id="rId5" Type="http://schemas.openxmlformats.org/officeDocument/2006/relationships/image" Target="../media/image38.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3.png"/><Relationship Id="rId3" Type="http://schemas.openxmlformats.org/officeDocument/2006/relationships/image" Target="../media/image20.png"/><Relationship Id="rId4" Type="http://schemas.openxmlformats.org/officeDocument/2006/relationships/image" Target="../media/image1.png"/><Relationship Id="rId5" Type="http://schemas.openxmlformats.org/officeDocument/2006/relationships/hyperlink" Target="https://github.com/aihpi/workshop-slurm" TargetMode="External"/><Relationship Id="rId6" Type="http://schemas.openxmlformats.org/officeDocument/2006/relationships/image" Target="../media/image39.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jpeg"/></Relationships>

</file>

<file path=ppt/slides/_rels/slide11.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3.png"/><Relationship Id="rId3" Type="http://schemas.openxmlformats.org/officeDocument/2006/relationships/image" Target="../media/image20.png"/><Relationship Id="rId4" Type="http://schemas.openxmlformats.org/officeDocument/2006/relationships/image" Target="../media/image1.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3.png"/><Relationship Id="rId3" Type="http://schemas.openxmlformats.org/officeDocument/2006/relationships/image" Target="../media/image20.png"/><Relationship Id="rId4" Type="http://schemas.openxmlformats.org/officeDocument/2006/relationships/image" Target="../media/image1.png"/><Relationship Id="rId5" Type="http://schemas.openxmlformats.org/officeDocument/2006/relationships/image" Target="../media/image40.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3.png"/><Relationship Id="rId3" Type="http://schemas.openxmlformats.org/officeDocument/2006/relationships/image" Target="../media/image20.png"/><Relationship Id="rId4" Type="http://schemas.openxmlformats.org/officeDocument/2006/relationships/image" Target="../media/image1.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3.png"/><Relationship Id="rId3" Type="http://schemas.openxmlformats.org/officeDocument/2006/relationships/image" Target="../media/image20.png"/><Relationship Id="rId4" Type="http://schemas.openxmlformats.org/officeDocument/2006/relationships/image" Target="../media/image1.png"/><Relationship Id="rId5" Type="http://schemas.openxmlformats.org/officeDocument/2006/relationships/image" Target="../media/image41.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3.png"/><Relationship Id="rId3" Type="http://schemas.openxmlformats.org/officeDocument/2006/relationships/image" Target="../media/image20.png"/><Relationship Id="rId4" Type="http://schemas.openxmlformats.org/officeDocument/2006/relationships/image" Target="../media/image1.png"/><Relationship Id="rId5" Type="http://schemas.openxmlformats.org/officeDocument/2006/relationships/image" Target="../media/image42.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3.png"/><Relationship Id="rId3" Type="http://schemas.openxmlformats.org/officeDocument/2006/relationships/image" Target="../media/image20.png"/><Relationship Id="rId4" Type="http://schemas.openxmlformats.org/officeDocument/2006/relationships/image" Target="../media/image1.png"/><Relationship Id="rId5" Type="http://schemas.openxmlformats.org/officeDocument/2006/relationships/image" Target="../media/image42.png"/><Relationship Id="rId6" Type="http://schemas.openxmlformats.org/officeDocument/2006/relationships/image" Target="../media/image43.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3.png"/><Relationship Id="rId3" Type="http://schemas.openxmlformats.org/officeDocument/2006/relationships/image" Target="../media/image20.png"/><Relationship Id="rId4" Type="http://schemas.openxmlformats.org/officeDocument/2006/relationships/image" Target="../media/image1.png"/><Relationship Id="rId5" Type="http://schemas.openxmlformats.org/officeDocument/2006/relationships/hyperlink" Target="https://docs.sc.hpi.de/Terms-of-Usage/" TargetMode="External"/></Relationships>

</file>

<file path=ppt/slides/_rels/slide18.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44.png"/><Relationship Id="rId3" Type="http://schemas.openxmlformats.org/officeDocument/2006/relationships/image" Target="../media/image13.png"/><Relationship Id="rId4" Type="http://schemas.openxmlformats.org/officeDocument/2006/relationships/image" Target="../media/image20.png"/><Relationship Id="rId5" Type="http://schemas.openxmlformats.org/officeDocument/2006/relationships/image" Target="../media/image1.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3.png"/><Relationship Id="rId3" Type="http://schemas.openxmlformats.org/officeDocument/2006/relationships/image" Target="../media/image20.png"/><Relationship Id="rId4" Type="http://schemas.openxmlformats.org/officeDocument/2006/relationships/image" Target="../media/image1.png"/><Relationship Id="rId5" Type="http://schemas.openxmlformats.org/officeDocument/2006/relationships/chart" Target="../charts/chart1.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jpeg"/></Relationships>

</file>

<file path=ppt/slides/_rels/slide23.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3.png"/><Relationship Id="rId3" Type="http://schemas.openxmlformats.org/officeDocument/2006/relationships/image" Target="../media/image20.png"/><Relationship Id="rId4" Type="http://schemas.openxmlformats.org/officeDocument/2006/relationships/image" Target="../media/image1.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3.png"/><Relationship Id="rId3" Type="http://schemas.openxmlformats.org/officeDocument/2006/relationships/image" Target="../media/image20.png"/><Relationship Id="rId4" Type="http://schemas.openxmlformats.org/officeDocument/2006/relationships/image" Target="../media/image1.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3.png"/><Relationship Id="rId3" Type="http://schemas.openxmlformats.org/officeDocument/2006/relationships/image" Target="../media/image20.png"/><Relationship Id="rId4" Type="http://schemas.openxmlformats.org/officeDocument/2006/relationships/image" Target="../media/image1.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3.png"/><Relationship Id="rId3" Type="http://schemas.openxmlformats.org/officeDocument/2006/relationships/image" Target="../media/image20.png"/><Relationship Id="rId4" Type="http://schemas.openxmlformats.org/officeDocument/2006/relationships/image" Target="../media/image1.png"/></Relationships>

</file>

<file path=ppt/slides/_rels/slide27.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3.png"/><Relationship Id="rId3" Type="http://schemas.openxmlformats.org/officeDocument/2006/relationships/image" Target="../media/image20.png"/><Relationship Id="rId4" Type="http://schemas.openxmlformats.org/officeDocument/2006/relationships/image" Target="../media/image1.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3.png"/><Relationship Id="rId3" Type="http://schemas.openxmlformats.org/officeDocument/2006/relationships/image" Target="../media/image20.png"/><Relationship Id="rId4" Type="http://schemas.openxmlformats.org/officeDocument/2006/relationships/image" Target="../media/image1.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3.png"/><Relationship Id="rId3" Type="http://schemas.openxmlformats.org/officeDocument/2006/relationships/image" Target="../media/image20.png"/><Relationship Id="rId4" Type="http://schemas.openxmlformats.org/officeDocument/2006/relationships/image" Target="../media/image1.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3.png"/><Relationship Id="rId3" Type="http://schemas.openxmlformats.org/officeDocument/2006/relationships/image" Target="../media/image20.png"/><Relationship Id="rId4" Type="http://schemas.openxmlformats.org/officeDocument/2006/relationships/image" Target="../media/image1.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3.png"/><Relationship Id="rId3" Type="http://schemas.openxmlformats.org/officeDocument/2006/relationships/image" Target="../media/image20.png"/><Relationship Id="rId4" Type="http://schemas.openxmlformats.org/officeDocument/2006/relationships/image" Target="../media/image1.png"/></Relationships>

</file>

<file path=ppt/slides/_rels/slide32.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3.png"/><Relationship Id="rId3" Type="http://schemas.openxmlformats.org/officeDocument/2006/relationships/image" Target="../media/image20.png"/><Relationship Id="rId4" Type="http://schemas.openxmlformats.org/officeDocument/2006/relationships/image" Target="../media/image1.png"/></Relationships>

</file>

<file path=ppt/slides/_rels/slide3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s>

</file>

<file path=ppt/slides/_rels/slide3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1.png"/><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5" name="Freeform 2"/>
          <p:cNvSpPr/>
          <p:nvPr/>
        </p:nvSpPr>
        <p:spPr>
          <a:xfrm>
            <a:off x="465589" y="5734050"/>
            <a:ext cx="2229231" cy="828001"/>
          </a:xfrm>
          <a:prstGeom prst="rect">
            <a:avLst/>
          </a:prstGeom>
          <a:blipFill>
            <a:blip r:embed="rId3"/>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296" name="Freeform 3"/>
          <p:cNvSpPr/>
          <p:nvPr/>
        </p:nvSpPr>
        <p:spPr>
          <a:xfrm>
            <a:off x="465589" y="5734050"/>
            <a:ext cx="2229231" cy="828001"/>
          </a:xfrm>
          <a:prstGeom prst="rect">
            <a:avLst/>
          </a:prstGeom>
          <a:blipFill>
            <a:blip r:embed="rId3"/>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297" name="Freeform 4"/>
          <p:cNvSpPr/>
          <p:nvPr/>
        </p:nvSpPr>
        <p:spPr>
          <a:xfrm>
            <a:off x="5593830" y="3624398"/>
            <a:ext cx="7516385" cy="3483872"/>
          </a:xfrm>
          <a:prstGeom prst="rect">
            <a:avLst/>
          </a:prstGeom>
          <a:blipFill>
            <a:blip r:embed="rId4"/>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298" name="Freeform 5"/>
          <p:cNvSpPr/>
          <p:nvPr/>
        </p:nvSpPr>
        <p:spPr>
          <a:xfrm>
            <a:off x="10087640" y="423064"/>
            <a:ext cx="1580342" cy="558932"/>
          </a:xfrm>
          <a:prstGeom prst="rect">
            <a:avLst/>
          </a:prstGeom>
          <a:blipFill>
            <a:blip r:embed="rId5"/>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299" name="TextBox 6"/>
          <p:cNvSpPr txBox="1"/>
          <p:nvPr/>
        </p:nvSpPr>
        <p:spPr>
          <a:xfrm>
            <a:off x="1462126" y="2046371"/>
            <a:ext cx="6424168" cy="7498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609600">
              <a:lnSpc>
                <a:spcPts val="2900"/>
              </a:lnSpc>
              <a:defRPr sz="2400">
                <a:solidFill>
                  <a:srgbClr val="5A6165"/>
                </a:solidFill>
                <a:latin typeface="Futura Bold"/>
                <a:ea typeface="Futura Bold"/>
                <a:cs typeface="Futura Bold"/>
                <a:sym typeface="Futura Bold"/>
              </a:defRPr>
            </a:pPr>
            <a:r>
              <a:t>Workshop</a:t>
            </a:r>
          </a:p>
          <a:p>
            <a:pPr defTabSz="609600">
              <a:lnSpc>
                <a:spcPts val="2900"/>
              </a:lnSpc>
              <a:defRPr sz="2400">
                <a:solidFill>
                  <a:srgbClr val="5A6165"/>
                </a:solidFill>
                <a:latin typeface="Futura Bold"/>
                <a:ea typeface="Futura Bold"/>
                <a:cs typeface="Futura Bold"/>
                <a:sym typeface="Futura Bold"/>
              </a:defRPr>
            </a:pPr>
            <a:r>
              <a:t>How to use our HPC Cluster</a:t>
            </a:r>
          </a:p>
        </p:txBody>
      </p:sp>
      <p:pic>
        <p:nvPicPr>
          <p:cNvPr id="300" name="Picture 9" descr="Picture 9"/>
          <p:cNvPicPr>
            <a:picLocks noChangeAspect="1"/>
          </p:cNvPicPr>
          <p:nvPr/>
        </p:nvPicPr>
        <p:blipFill>
          <a:blip r:embed="rId6">
            <a:extLst/>
          </a:blip>
          <a:stretch>
            <a:fillRect/>
          </a:stretch>
        </p:blipFill>
        <p:spPr>
          <a:xfrm>
            <a:off x="9832023" y="1018337"/>
            <a:ext cx="2091576" cy="1397666"/>
          </a:xfrm>
          <a:prstGeom prst="rect">
            <a:avLst/>
          </a:prstGeom>
          <a:ln w="12700">
            <a:miter lim="400000"/>
          </a:ln>
        </p:spPr>
      </p:pic>
      <p:sp>
        <p:nvSpPr>
          <p:cNvPr id="301" name="TextBox 6"/>
          <p:cNvSpPr txBox="1"/>
          <p:nvPr/>
        </p:nvSpPr>
        <p:spPr>
          <a:xfrm>
            <a:off x="1462126" y="3023852"/>
            <a:ext cx="5537201" cy="3508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609600">
              <a:lnSpc>
                <a:spcPts val="2900"/>
              </a:lnSpc>
              <a:defRPr sz="1600">
                <a:solidFill>
                  <a:srgbClr val="5A6165"/>
                </a:solidFill>
                <a:latin typeface="Futura Bold"/>
                <a:ea typeface="Futura Bold"/>
                <a:cs typeface="Futura Bold"/>
                <a:sym typeface="Futura Bold"/>
              </a:defRPr>
            </a:lvl1pPr>
          </a:lstStyle>
          <a:p>
            <a:pPr/>
            <a:r>
              <a:t>Felix Boelter and David Goll</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5" name="AutoShape 2"/>
          <p:cNvSpPr/>
          <p:nvPr/>
        </p:nvSpPr>
        <p:spPr>
          <a:xfrm rot="10800000">
            <a:off x="7019000" y="26567"/>
            <a:ext cx="5173001" cy="6858001"/>
          </a:xfrm>
          <a:prstGeom prst="rect">
            <a:avLst/>
          </a:prstGeom>
          <a:solidFill>
            <a:srgbClr val="FFFFFF"/>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06" name="Freeform 3"/>
          <p:cNvSpPr/>
          <p:nvPr/>
        </p:nvSpPr>
        <p:spPr>
          <a:xfrm>
            <a:off x="-69851" y="4416210"/>
            <a:ext cx="2528985" cy="2528985"/>
          </a:xfrm>
          <a:prstGeom prst="rect">
            <a:avLst/>
          </a:prstGeom>
          <a:blipFill>
            <a:blip r:embed="rId2"/>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07" name="Freeform 4"/>
          <p:cNvSpPr/>
          <p:nvPr/>
        </p:nvSpPr>
        <p:spPr>
          <a:xfrm>
            <a:off x="10720750" y="477331"/>
            <a:ext cx="1178860" cy="416938"/>
          </a:xfrm>
          <a:prstGeom prst="rect">
            <a:avLst/>
          </a:prstGeom>
          <a:blipFill>
            <a:blip r:embed="rId3"/>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08" name="TextBox 5"/>
          <p:cNvSpPr txBox="1"/>
          <p:nvPr/>
        </p:nvSpPr>
        <p:spPr>
          <a:xfrm>
            <a:off x="466098" y="463165"/>
            <a:ext cx="8603812" cy="3944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609600">
              <a:lnSpc>
                <a:spcPts val="3200"/>
              </a:lnSpc>
              <a:defRPr sz="2600">
                <a:solidFill>
                  <a:srgbClr val="17161C"/>
                </a:solidFill>
              </a:defRPr>
            </a:lvl1pPr>
          </a:lstStyle>
          <a:p>
            <a:pPr/>
            <a:r>
              <a:t>KI-Servicezentrum Berlin-Brandenburg</a:t>
            </a:r>
          </a:p>
        </p:txBody>
      </p:sp>
      <p:sp>
        <p:nvSpPr>
          <p:cNvPr id="309" name="TextBox 6"/>
          <p:cNvSpPr txBox="1"/>
          <p:nvPr/>
        </p:nvSpPr>
        <p:spPr>
          <a:xfrm>
            <a:off x="7502218" y="4565811"/>
            <a:ext cx="4206564" cy="22212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609600">
              <a:lnSpc>
                <a:spcPts val="1200"/>
              </a:lnSpc>
              <a:defRPr b="1" sz="1000">
                <a:solidFill>
                  <a:srgbClr val="000000"/>
                </a:solidFill>
              </a:defRPr>
            </a:pPr>
            <a:r>
              <a:t>Hasso-Plattner-Institut gGmbH</a:t>
            </a:r>
          </a:p>
          <a:p>
            <a:pPr defTabSz="609600">
              <a:lnSpc>
                <a:spcPts val="1600"/>
              </a:lnSpc>
              <a:defRPr b="1" sz="1000">
                <a:solidFill>
                  <a:srgbClr val="000000"/>
                </a:solidFill>
              </a:defRPr>
            </a:pPr>
          </a:p>
          <a:p>
            <a:pPr lvl="1" marL="238567" indent="-91756" defTabSz="609600">
              <a:lnSpc>
                <a:spcPts val="1600"/>
              </a:lnSpc>
              <a:buSzPct val="100000"/>
              <a:buFont typeface="Arial"/>
              <a:buChar char="•"/>
              <a:defRPr sz="1000">
                <a:solidFill>
                  <a:srgbClr val="000000"/>
                </a:solidFill>
              </a:defRPr>
            </a:pPr>
            <a:r>
              <a:t>Bildet mit </a:t>
            </a:r>
            <a:r>
              <a:rPr b="1"/>
              <a:t>Universität Potsdam</a:t>
            </a:r>
            <a:r>
              <a:t> die</a:t>
            </a:r>
            <a:r>
              <a:rPr b="1"/>
              <a:t> Digital Engineering Fakultät</a:t>
            </a:r>
            <a:endParaRPr b="1"/>
          </a:p>
          <a:p>
            <a:pPr lvl="1" marL="238567" indent="-91756" defTabSz="609600">
              <a:lnSpc>
                <a:spcPts val="1600"/>
              </a:lnSpc>
              <a:buSzPct val="100000"/>
              <a:buFont typeface="Arial"/>
              <a:buChar char="•"/>
              <a:defRPr sz="1000">
                <a:solidFill>
                  <a:srgbClr val="000000"/>
                </a:solidFill>
              </a:defRPr>
            </a:pPr>
            <a:r>
              <a:t>Vereint</a:t>
            </a:r>
            <a:r>
              <a:rPr b="1"/>
              <a:t> Forschung, Lehre</a:t>
            </a:r>
            <a:r>
              <a:t> mit den Vorteilen einer </a:t>
            </a:r>
            <a:r>
              <a:rPr b="1"/>
              <a:t>privat finanzierten, gebührenfreien Institution</a:t>
            </a:r>
            <a:endParaRPr b="1"/>
          </a:p>
          <a:p>
            <a:pPr lvl="1" marL="238567" indent="-91756" defTabSz="609600">
              <a:lnSpc>
                <a:spcPts val="1600"/>
              </a:lnSpc>
              <a:buSzPct val="100000"/>
              <a:buFont typeface="Arial"/>
              <a:buChar char="•"/>
              <a:defRPr sz="1000">
                <a:solidFill>
                  <a:srgbClr val="000000"/>
                </a:solidFill>
              </a:defRPr>
            </a:pPr>
            <a:r>
              <a:t>Besteht aus Einrichtungen wie der </a:t>
            </a:r>
            <a:r>
              <a:rPr b="1"/>
              <a:t>E-School</a:t>
            </a:r>
            <a:r>
              <a:t>, der </a:t>
            </a:r>
            <a:r>
              <a:rPr b="1"/>
              <a:t>D-School,</a:t>
            </a:r>
            <a:r>
              <a:t> </a:t>
            </a:r>
          </a:p>
          <a:p>
            <a:pPr lvl="1" marL="238567" indent="-91756" defTabSz="609600">
              <a:lnSpc>
                <a:spcPts val="1600"/>
              </a:lnSpc>
              <a:buSzPct val="100000"/>
              <a:buFont typeface="Arial"/>
              <a:buChar char="•"/>
              <a:defRPr sz="1000">
                <a:solidFill>
                  <a:srgbClr val="000000"/>
                </a:solidFill>
              </a:defRPr>
            </a:pPr>
            <a:r>
              <a:t>dem </a:t>
            </a:r>
            <a:r>
              <a:rPr b="1"/>
              <a:t>Mittelstandsdigitalzentrum </a:t>
            </a:r>
            <a:r>
              <a:t>und </a:t>
            </a:r>
            <a:r>
              <a:rPr b="1"/>
              <a:t>dem KI-Servicezentrum </a:t>
            </a:r>
            <a:endParaRPr b="1"/>
          </a:p>
          <a:p>
            <a:pPr defTabSz="609600">
              <a:lnSpc>
                <a:spcPts val="1600"/>
              </a:lnSpc>
              <a:defRPr b="1" sz="1000">
                <a:solidFill>
                  <a:srgbClr val="000000"/>
                </a:solidFill>
              </a:defRPr>
            </a:pPr>
          </a:p>
        </p:txBody>
      </p:sp>
      <p:sp>
        <p:nvSpPr>
          <p:cNvPr id="310" name="TextBox 20"/>
          <p:cNvSpPr txBox="1"/>
          <p:nvPr/>
        </p:nvSpPr>
        <p:spPr>
          <a:xfrm>
            <a:off x="3593577" y="4652714"/>
            <a:ext cx="2965026" cy="63795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609600">
              <a:lnSpc>
                <a:spcPts val="1200"/>
              </a:lnSpc>
              <a:defRPr b="1" sz="1000">
                <a:solidFill>
                  <a:srgbClr val="000000"/>
                </a:solidFill>
              </a:defRPr>
            </a:pPr>
            <a:r>
              <a:t>Ziel: </a:t>
            </a:r>
          </a:p>
          <a:p>
            <a:pPr defTabSz="609600">
              <a:lnSpc>
                <a:spcPts val="1200"/>
              </a:lnSpc>
              <a:defRPr b="1" sz="1000">
                <a:solidFill>
                  <a:srgbClr val="000000"/>
                </a:solidFill>
              </a:defRPr>
            </a:pPr>
            <a:r>
              <a:t>Barrieren der Implementierung von KI-Anwendungen in Gesellschaft und Wirtschaft reduzieren</a:t>
            </a:r>
          </a:p>
        </p:txBody>
      </p:sp>
      <p:sp>
        <p:nvSpPr>
          <p:cNvPr id="311" name="TextBox 21"/>
          <p:cNvSpPr txBox="1"/>
          <p:nvPr/>
        </p:nvSpPr>
        <p:spPr>
          <a:xfrm>
            <a:off x="10541634" y="1093924"/>
            <a:ext cx="1357977" cy="50342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r" defTabSz="609600">
              <a:lnSpc>
                <a:spcPts val="2000"/>
              </a:lnSpc>
              <a:defRPr sz="1400" u="sng">
                <a:solidFill>
                  <a:srgbClr val="DC640D"/>
                </a:solidFill>
                <a:latin typeface="Futura Bold"/>
                <a:ea typeface="Futura Bold"/>
                <a:cs typeface="Futura Bold"/>
                <a:sym typeface="Futura Bold"/>
              </a:defRPr>
            </a:pPr>
            <a:r>
              <a:t>kisz@hpi.de</a:t>
            </a:r>
            <a:r>
              <a:rPr u="none"/>
              <a:t>    </a:t>
            </a:r>
            <a:r>
              <a:t>hpi.de/kisz</a:t>
            </a:r>
          </a:p>
        </p:txBody>
      </p:sp>
      <p:sp>
        <p:nvSpPr>
          <p:cNvPr id="312" name="Freeform 22"/>
          <p:cNvSpPr/>
          <p:nvPr/>
        </p:nvSpPr>
        <p:spPr>
          <a:xfrm>
            <a:off x="866142" y="1456512"/>
            <a:ext cx="2593581" cy="3452353"/>
          </a:xfrm>
          <a:prstGeom prst="rect">
            <a:avLst/>
          </a:prstGeom>
          <a:blipFill>
            <a:blip r:embed="rId4"/>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13" name="Freeform 23"/>
          <p:cNvSpPr/>
          <p:nvPr/>
        </p:nvSpPr>
        <p:spPr>
          <a:xfrm rot="243065">
            <a:off x="866142" y="1519632"/>
            <a:ext cx="2585985" cy="3413841"/>
          </a:xfrm>
          <a:prstGeom prst="rect">
            <a:avLst/>
          </a:prstGeom>
          <a:blipFill>
            <a:blip r:embed="rId5"/>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14" name="AutoShape 24"/>
          <p:cNvSpPr/>
          <p:nvPr/>
        </p:nvSpPr>
        <p:spPr>
          <a:xfrm>
            <a:off x="3533304" y="3289530"/>
            <a:ext cx="1286654" cy="1"/>
          </a:xfrm>
          <a:prstGeom prst="line">
            <a:avLst/>
          </a:prstGeom>
          <a:ln w="25400">
            <a:solidFill>
              <a:srgbClr val="E9358D"/>
            </a:solidFill>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15" name="AutoShape 25"/>
          <p:cNvSpPr/>
          <p:nvPr/>
        </p:nvSpPr>
        <p:spPr>
          <a:xfrm>
            <a:off x="3533304" y="3921535"/>
            <a:ext cx="1286654" cy="1"/>
          </a:xfrm>
          <a:prstGeom prst="line">
            <a:avLst/>
          </a:prstGeom>
          <a:ln w="25400">
            <a:solidFill>
              <a:srgbClr val="8A6AF4"/>
            </a:solidFill>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16" name="AutoShape 26"/>
          <p:cNvSpPr/>
          <p:nvPr/>
        </p:nvSpPr>
        <p:spPr>
          <a:xfrm>
            <a:off x="3013748" y="2675650"/>
            <a:ext cx="1790010" cy="1"/>
          </a:xfrm>
          <a:prstGeom prst="line">
            <a:avLst/>
          </a:prstGeom>
          <a:ln w="25400">
            <a:solidFill>
              <a:srgbClr val="DE6106"/>
            </a:solidFill>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17" name="AutoShape 27"/>
          <p:cNvSpPr/>
          <p:nvPr/>
        </p:nvSpPr>
        <p:spPr>
          <a:xfrm>
            <a:off x="3533304" y="1954081"/>
            <a:ext cx="1245370" cy="1"/>
          </a:xfrm>
          <a:prstGeom prst="line">
            <a:avLst/>
          </a:prstGeom>
          <a:ln w="25400">
            <a:solidFill>
              <a:srgbClr val="1BABE3"/>
            </a:solidFill>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18" name="Freeform 29"/>
          <p:cNvSpPr/>
          <p:nvPr/>
        </p:nvSpPr>
        <p:spPr>
          <a:xfrm>
            <a:off x="4765656" y="3242941"/>
            <a:ext cx="108605" cy="108606"/>
          </a:xfrm>
          <a:prstGeom prst="ellipse">
            <a:avLst/>
          </a:prstGeom>
          <a:solidFill>
            <a:srgbClr val="E9358D"/>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19" name="Freeform 32"/>
          <p:cNvSpPr/>
          <p:nvPr/>
        </p:nvSpPr>
        <p:spPr>
          <a:xfrm>
            <a:off x="4765656" y="3866517"/>
            <a:ext cx="108605" cy="108606"/>
          </a:xfrm>
          <a:prstGeom prst="ellipse">
            <a:avLst/>
          </a:prstGeom>
          <a:solidFill>
            <a:srgbClr val="8A6AF4"/>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20" name="Freeform 35"/>
          <p:cNvSpPr/>
          <p:nvPr/>
        </p:nvSpPr>
        <p:spPr>
          <a:xfrm>
            <a:off x="4765656" y="1890635"/>
            <a:ext cx="108605" cy="108606"/>
          </a:xfrm>
          <a:prstGeom prst="ellipse">
            <a:avLst/>
          </a:prstGeom>
          <a:solidFill>
            <a:srgbClr val="1BABE3"/>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21" name="Freeform 38"/>
          <p:cNvSpPr/>
          <p:nvPr/>
        </p:nvSpPr>
        <p:spPr>
          <a:xfrm>
            <a:off x="4765656" y="2613636"/>
            <a:ext cx="108605" cy="108605"/>
          </a:xfrm>
          <a:prstGeom prst="ellipse">
            <a:avLst/>
          </a:prstGeom>
          <a:solidFill>
            <a:srgbClr val="DE6106"/>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22" name="AutoShape 40"/>
          <p:cNvSpPr/>
          <p:nvPr/>
        </p:nvSpPr>
        <p:spPr>
          <a:xfrm>
            <a:off x="2931231" y="3651632"/>
            <a:ext cx="606299" cy="268245"/>
          </a:xfrm>
          <a:prstGeom prst="line">
            <a:avLst/>
          </a:prstGeom>
          <a:ln w="25400">
            <a:solidFill>
              <a:srgbClr val="8A6AF4"/>
            </a:solidFill>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23" name="AutoShape 41"/>
          <p:cNvSpPr/>
          <p:nvPr/>
        </p:nvSpPr>
        <p:spPr>
          <a:xfrm flipV="1">
            <a:off x="1703551" y="3651509"/>
            <a:ext cx="1235085" cy="246"/>
          </a:xfrm>
          <a:prstGeom prst="line">
            <a:avLst/>
          </a:prstGeom>
          <a:ln w="25400">
            <a:solidFill>
              <a:srgbClr val="8A6AF4"/>
            </a:solidFill>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24" name="AutoShape 42"/>
          <p:cNvSpPr/>
          <p:nvPr/>
        </p:nvSpPr>
        <p:spPr>
          <a:xfrm>
            <a:off x="1382141" y="3053686"/>
            <a:ext cx="340001" cy="237442"/>
          </a:xfrm>
          <a:prstGeom prst="line">
            <a:avLst/>
          </a:prstGeom>
          <a:ln w="25400">
            <a:solidFill>
              <a:srgbClr val="E9358D"/>
            </a:solidFill>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25" name="AutoShape 43"/>
          <p:cNvSpPr/>
          <p:nvPr/>
        </p:nvSpPr>
        <p:spPr>
          <a:xfrm>
            <a:off x="1722141" y="3291127"/>
            <a:ext cx="1949310" cy="1"/>
          </a:xfrm>
          <a:prstGeom prst="line">
            <a:avLst/>
          </a:prstGeom>
          <a:ln w="25400">
            <a:solidFill>
              <a:srgbClr val="E9358D"/>
            </a:solidFill>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26" name="AutoShape 44"/>
          <p:cNvSpPr/>
          <p:nvPr/>
        </p:nvSpPr>
        <p:spPr>
          <a:xfrm flipV="1">
            <a:off x="2376455" y="1953366"/>
            <a:ext cx="1164250" cy="1016849"/>
          </a:xfrm>
          <a:prstGeom prst="line">
            <a:avLst/>
          </a:prstGeom>
          <a:ln w="25400">
            <a:solidFill>
              <a:srgbClr val="1BABE3"/>
            </a:solidFill>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27" name="AutoShape 45"/>
          <p:cNvSpPr/>
          <p:nvPr/>
        </p:nvSpPr>
        <p:spPr>
          <a:xfrm>
            <a:off x="2117428" y="2969357"/>
            <a:ext cx="257308" cy="1"/>
          </a:xfrm>
          <a:prstGeom prst="line">
            <a:avLst/>
          </a:prstGeom>
          <a:ln w="25400">
            <a:solidFill>
              <a:srgbClr val="1BABE3"/>
            </a:solidFill>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28" name="Freeform 47"/>
          <p:cNvSpPr/>
          <p:nvPr/>
        </p:nvSpPr>
        <p:spPr>
          <a:xfrm>
            <a:off x="1993183" y="2548702"/>
            <a:ext cx="47817" cy="47817"/>
          </a:xfrm>
          <a:prstGeom prst="ellipse">
            <a:avLst/>
          </a:prstGeom>
          <a:solidFill>
            <a:srgbClr val="1BABE3"/>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29" name="Freeform 50"/>
          <p:cNvSpPr/>
          <p:nvPr/>
        </p:nvSpPr>
        <p:spPr>
          <a:xfrm>
            <a:off x="1052105" y="3158780"/>
            <a:ext cx="47817" cy="47817"/>
          </a:xfrm>
          <a:prstGeom prst="ellipse">
            <a:avLst/>
          </a:prstGeom>
          <a:solidFill>
            <a:srgbClr val="E9358D"/>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30" name="Freeform 53"/>
          <p:cNvSpPr/>
          <p:nvPr/>
        </p:nvSpPr>
        <p:spPr>
          <a:xfrm>
            <a:off x="980655" y="3218072"/>
            <a:ext cx="47817" cy="47817"/>
          </a:xfrm>
          <a:prstGeom prst="ellipse">
            <a:avLst/>
          </a:prstGeom>
          <a:solidFill>
            <a:srgbClr val="E9358D"/>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31" name="Freeform 56"/>
          <p:cNvSpPr/>
          <p:nvPr/>
        </p:nvSpPr>
        <p:spPr>
          <a:xfrm>
            <a:off x="1679643" y="2902337"/>
            <a:ext cx="47817" cy="47817"/>
          </a:xfrm>
          <a:prstGeom prst="ellipse">
            <a:avLst/>
          </a:prstGeom>
          <a:solidFill>
            <a:srgbClr val="E9358D"/>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32" name="Freeform 59"/>
          <p:cNvSpPr/>
          <p:nvPr/>
        </p:nvSpPr>
        <p:spPr>
          <a:xfrm>
            <a:off x="1867018" y="3101482"/>
            <a:ext cx="47817" cy="47817"/>
          </a:xfrm>
          <a:prstGeom prst="ellipse">
            <a:avLst/>
          </a:prstGeom>
          <a:solidFill>
            <a:srgbClr val="1BABE3"/>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33" name="Freeform 61"/>
          <p:cNvSpPr/>
          <p:nvPr/>
        </p:nvSpPr>
        <p:spPr>
          <a:xfrm>
            <a:off x="4066085" y="2388099"/>
            <a:ext cx="678588" cy="240003"/>
          </a:xfrm>
          <a:prstGeom prst="rect">
            <a:avLst/>
          </a:prstGeom>
          <a:blipFill>
            <a:blip r:embed="rId6"/>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34" name="Freeform 62"/>
          <p:cNvSpPr/>
          <p:nvPr/>
        </p:nvSpPr>
        <p:spPr>
          <a:xfrm>
            <a:off x="4066085" y="1711708"/>
            <a:ext cx="677646" cy="194825"/>
          </a:xfrm>
          <a:prstGeom prst="rect">
            <a:avLst/>
          </a:prstGeom>
          <a:blipFill>
            <a:blip r:embed="rId7"/>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35" name="Freeform 63"/>
          <p:cNvSpPr/>
          <p:nvPr/>
        </p:nvSpPr>
        <p:spPr>
          <a:xfrm>
            <a:off x="4066085" y="3089298"/>
            <a:ext cx="678588" cy="152683"/>
          </a:xfrm>
          <a:prstGeom prst="rect">
            <a:avLst/>
          </a:prstGeom>
          <a:blipFill>
            <a:blip r:embed="rId8"/>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36" name="Freeform 64"/>
          <p:cNvSpPr/>
          <p:nvPr/>
        </p:nvSpPr>
        <p:spPr>
          <a:xfrm>
            <a:off x="4066085" y="3634166"/>
            <a:ext cx="678588" cy="237763"/>
          </a:xfrm>
          <a:prstGeom prst="rect">
            <a:avLst/>
          </a:prstGeom>
          <a:blipFill>
            <a:blip r:embed="rId9"/>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37" name="TextBox 65"/>
          <p:cNvSpPr txBox="1"/>
          <p:nvPr/>
        </p:nvSpPr>
        <p:spPr>
          <a:xfrm>
            <a:off x="4971795" y="1872224"/>
            <a:ext cx="1460205" cy="3257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609600">
              <a:lnSpc>
                <a:spcPts val="800"/>
              </a:lnSpc>
              <a:defRPr b="1" sz="600">
                <a:solidFill>
                  <a:srgbClr val="1BABE3"/>
                </a:solidFill>
                <a:latin typeface="Codec Pro Bold"/>
                <a:ea typeface="Codec Pro Bold"/>
                <a:cs typeface="Codec Pro Bold"/>
                <a:sym typeface="Codec Pro Bold"/>
              </a:defRPr>
            </a:pPr>
            <a:r>
              <a:t>Göttingen I Kassel I Hannover </a:t>
            </a:r>
          </a:p>
          <a:p>
            <a:pPr defTabSz="609600">
              <a:lnSpc>
                <a:spcPts val="800"/>
              </a:lnSpc>
              <a:defRPr sz="600">
                <a:solidFill>
                  <a:srgbClr val="17161C"/>
                </a:solidFill>
                <a:latin typeface="Codec Pro"/>
                <a:ea typeface="Codec Pro"/>
                <a:cs typeface="Codec Pro"/>
                <a:sym typeface="Codec Pro"/>
              </a:defRPr>
            </a:pPr>
            <a:r>
              <a:t>Sensible und kritische Infrastrukturen</a:t>
            </a:r>
          </a:p>
          <a:p>
            <a:pPr defTabSz="609600">
              <a:lnSpc>
                <a:spcPts val="800"/>
              </a:lnSpc>
              <a:defRPr sz="600">
                <a:solidFill>
                  <a:srgbClr val="17161C"/>
                </a:solidFill>
                <a:latin typeface="Codec Pro"/>
                <a:ea typeface="Codec Pro"/>
                <a:cs typeface="Codec Pro"/>
                <a:sym typeface="Codec Pro"/>
              </a:defRPr>
            </a:pPr>
            <a:r>
              <a:t>Medizin &amp; Energie</a:t>
            </a:r>
          </a:p>
        </p:txBody>
      </p:sp>
      <p:sp>
        <p:nvSpPr>
          <p:cNvPr id="338" name="TextBox 66"/>
          <p:cNvSpPr txBox="1"/>
          <p:nvPr/>
        </p:nvSpPr>
        <p:spPr>
          <a:xfrm>
            <a:off x="4971796" y="2598490"/>
            <a:ext cx="1466575" cy="32571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609600">
              <a:lnSpc>
                <a:spcPts val="800"/>
              </a:lnSpc>
              <a:defRPr b="1" sz="600">
                <a:solidFill>
                  <a:srgbClr val="DE6106"/>
                </a:solidFill>
                <a:latin typeface="Codec Pro Bold"/>
                <a:ea typeface="Codec Pro Bold"/>
                <a:cs typeface="Codec Pro Bold"/>
                <a:sym typeface="Codec Pro Bold"/>
              </a:defRPr>
            </a:pPr>
            <a:r>
              <a:t>Potsdam | Berlin</a:t>
            </a:r>
          </a:p>
          <a:p>
            <a:pPr defTabSz="609600">
              <a:lnSpc>
                <a:spcPts val="800"/>
              </a:lnSpc>
              <a:defRPr sz="600">
                <a:solidFill>
                  <a:srgbClr val="17161C"/>
                </a:solidFill>
                <a:latin typeface="Codec Pro"/>
                <a:ea typeface="Codec Pro"/>
                <a:cs typeface="Codec Pro"/>
                <a:sym typeface="Codec Pro"/>
              </a:defRPr>
            </a:pPr>
            <a:r>
              <a:t>Bildungs- und Beratungsangebote,</a:t>
            </a:r>
          </a:p>
          <a:p>
            <a:pPr defTabSz="609600">
              <a:lnSpc>
                <a:spcPts val="800"/>
              </a:lnSpc>
              <a:defRPr sz="600">
                <a:solidFill>
                  <a:srgbClr val="17161C"/>
                </a:solidFill>
                <a:latin typeface="Codec Pro"/>
                <a:ea typeface="Codec Pro"/>
                <a:cs typeface="Codec Pro"/>
                <a:sym typeface="Codec Pro"/>
              </a:defRPr>
            </a:pPr>
            <a:r>
              <a:t>Einsatz von KI in Wirtschaft &amp; Gesellschaft</a:t>
            </a:r>
          </a:p>
        </p:txBody>
      </p:sp>
      <p:sp>
        <p:nvSpPr>
          <p:cNvPr id="339" name="TextBox 67"/>
          <p:cNvSpPr txBox="1"/>
          <p:nvPr/>
        </p:nvSpPr>
        <p:spPr>
          <a:xfrm>
            <a:off x="4971795" y="3242076"/>
            <a:ext cx="1455661" cy="6559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609600">
              <a:lnSpc>
                <a:spcPts val="800"/>
              </a:lnSpc>
              <a:defRPr b="1" sz="600">
                <a:solidFill>
                  <a:srgbClr val="E9358D"/>
                </a:solidFill>
                <a:latin typeface="Codec Pro Bold"/>
                <a:ea typeface="Codec Pro Bold"/>
                <a:cs typeface="Codec Pro Bold"/>
                <a:sym typeface="Codec Pro Bold"/>
              </a:defRPr>
            </a:pPr>
            <a:r>
              <a:t>Bonn | St. Augustin | Aachen | Jülich | Dortmund | Paderborn </a:t>
            </a:r>
          </a:p>
          <a:p>
            <a:pPr defTabSz="609600">
              <a:lnSpc>
                <a:spcPts val="800"/>
              </a:lnSpc>
              <a:defRPr sz="600">
                <a:solidFill>
                  <a:srgbClr val="17161C"/>
                </a:solidFill>
                <a:latin typeface="Codec Pro"/>
                <a:ea typeface="Codec Pro"/>
                <a:cs typeface="Codec Pro"/>
                <a:sym typeface="Codec Pro"/>
              </a:defRPr>
            </a:pPr>
            <a:r>
              <a:t>KI-Hardware, KI-Beratung, KI-Schulungen sowie multimodale und transferierbare KI-Modelle</a:t>
            </a:r>
          </a:p>
        </p:txBody>
      </p:sp>
      <p:sp>
        <p:nvSpPr>
          <p:cNvPr id="340" name="TextBox 68"/>
          <p:cNvSpPr txBox="1"/>
          <p:nvPr/>
        </p:nvSpPr>
        <p:spPr>
          <a:xfrm>
            <a:off x="4971795" y="3848115"/>
            <a:ext cx="1334958" cy="3257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609600">
              <a:lnSpc>
                <a:spcPts val="800"/>
              </a:lnSpc>
              <a:defRPr b="1" sz="600">
                <a:solidFill>
                  <a:srgbClr val="8A6AF4"/>
                </a:solidFill>
                <a:latin typeface="Codec Pro Bold"/>
                <a:ea typeface="Codec Pro Bold"/>
                <a:cs typeface="Codec Pro Bold"/>
                <a:sym typeface="Codec Pro Bold"/>
              </a:defRPr>
            </a:pPr>
            <a:r>
              <a:t>Darmstadt</a:t>
            </a:r>
          </a:p>
          <a:p>
            <a:pPr defTabSz="609600">
              <a:lnSpc>
                <a:spcPts val="800"/>
              </a:lnSpc>
              <a:defRPr sz="600">
                <a:solidFill>
                  <a:srgbClr val="17161C"/>
                </a:solidFill>
                <a:latin typeface="Codec Pro"/>
                <a:ea typeface="Codec Pro"/>
                <a:cs typeface="Codec Pro"/>
                <a:sym typeface="Codec Pro"/>
              </a:defRPr>
            </a:pPr>
            <a:r>
              <a:t>Erklärbarkeit, Generalisierbarkeit</a:t>
            </a:r>
          </a:p>
          <a:p>
            <a:pPr defTabSz="609600">
              <a:lnSpc>
                <a:spcPts val="800"/>
              </a:lnSpc>
              <a:defRPr sz="600">
                <a:solidFill>
                  <a:srgbClr val="17161C"/>
                </a:solidFill>
                <a:latin typeface="Codec Pro"/>
                <a:ea typeface="Codec Pro"/>
                <a:cs typeface="Codec Pro"/>
                <a:sym typeface="Codec Pro"/>
              </a:defRPr>
            </a:pPr>
            <a:r>
              <a:t>und kontextuelle Anpassung</a:t>
            </a:r>
          </a:p>
        </p:txBody>
      </p:sp>
      <p:sp>
        <p:nvSpPr>
          <p:cNvPr id="341" name="Freeform 70"/>
          <p:cNvSpPr/>
          <p:nvPr/>
        </p:nvSpPr>
        <p:spPr>
          <a:xfrm>
            <a:off x="1603214" y="3627861"/>
            <a:ext cx="47817" cy="47817"/>
          </a:xfrm>
          <a:prstGeom prst="ellipse">
            <a:avLst/>
          </a:prstGeom>
          <a:solidFill>
            <a:srgbClr val="8A6AF4"/>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42" name="Freeform 73"/>
          <p:cNvSpPr/>
          <p:nvPr/>
        </p:nvSpPr>
        <p:spPr>
          <a:xfrm>
            <a:off x="1303606" y="2997969"/>
            <a:ext cx="47817" cy="47817"/>
          </a:xfrm>
          <a:prstGeom prst="ellipse">
            <a:avLst/>
          </a:prstGeom>
          <a:solidFill>
            <a:srgbClr val="E9358D"/>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43" name="Freeform 76"/>
          <p:cNvSpPr/>
          <p:nvPr/>
        </p:nvSpPr>
        <p:spPr>
          <a:xfrm>
            <a:off x="2017091" y="2950153"/>
            <a:ext cx="47817" cy="47817"/>
          </a:xfrm>
          <a:prstGeom prst="ellipse">
            <a:avLst/>
          </a:prstGeom>
          <a:solidFill>
            <a:srgbClr val="1BABE3"/>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44" name="Freeform 79"/>
          <p:cNvSpPr/>
          <p:nvPr/>
        </p:nvSpPr>
        <p:spPr>
          <a:xfrm>
            <a:off x="2890819" y="2651742"/>
            <a:ext cx="47817" cy="47817"/>
          </a:xfrm>
          <a:prstGeom prst="ellipse">
            <a:avLst/>
          </a:prstGeom>
          <a:solidFill>
            <a:srgbClr val="DE6106"/>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45" name="Freeform 82"/>
          <p:cNvSpPr/>
          <p:nvPr/>
        </p:nvSpPr>
        <p:spPr>
          <a:xfrm>
            <a:off x="1279698" y="3170256"/>
            <a:ext cx="47817" cy="47817"/>
          </a:xfrm>
          <a:prstGeom prst="ellipse">
            <a:avLst/>
          </a:prstGeom>
          <a:solidFill>
            <a:srgbClr val="E9358D"/>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46" name="Freeform 85"/>
          <p:cNvSpPr/>
          <p:nvPr/>
        </p:nvSpPr>
        <p:spPr>
          <a:xfrm>
            <a:off x="1327514" y="3134872"/>
            <a:ext cx="47817" cy="47817"/>
          </a:xfrm>
          <a:prstGeom prst="ellipse">
            <a:avLst/>
          </a:prstGeom>
          <a:solidFill>
            <a:srgbClr val="E9358D"/>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pic>
        <p:nvPicPr>
          <p:cNvPr id="347" name="Picture 90" descr="Picture 90"/>
          <p:cNvPicPr>
            <a:picLocks noChangeAspect="1"/>
          </p:cNvPicPr>
          <p:nvPr/>
        </p:nvPicPr>
        <p:blipFill>
          <a:blip r:embed="rId10">
            <a:extLst/>
          </a:blip>
          <a:stretch>
            <a:fillRect/>
          </a:stretch>
        </p:blipFill>
        <p:spPr>
          <a:xfrm>
            <a:off x="-112529" y="5522981"/>
            <a:ext cx="1943085" cy="1298439"/>
          </a:xfrm>
          <a:prstGeom prst="rect">
            <a:avLst/>
          </a:prstGeom>
          <a:ln w="12700">
            <a:miter lim="400000"/>
          </a:ln>
        </p:spPr>
      </p:pic>
      <p:grpSp>
        <p:nvGrpSpPr>
          <p:cNvPr id="350" name="Group"/>
          <p:cNvGrpSpPr/>
          <p:nvPr/>
        </p:nvGrpSpPr>
        <p:grpSpPr>
          <a:xfrm>
            <a:off x="7535333" y="1912261"/>
            <a:ext cx="1270001" cy="1269993"/>
            <a:chOff x="0" y="0"/>
            <a:chExt cx="1270000" cy="1269991"/>
          </a:xfrm>
        </p:grpSpPr>
        <p:sp>
          <p:nvSpPr>
            <p:cNvPr id="348" name="Freeform 11"/>
            <p:cNvSpPr/>
            <p:nvPr/>
          </p:nvSpPr>
          <p:spPr>
            <a:xfrm>
              <a:off x="0" y="0"/>
              <a:ext cx="1270001" cy="1269992"/>
            </a:xfrm>
            <a:prstGeom prst="rect">
              <a:avLst/>
            </a:prstGeom>
            <a:blipFill rotWithShape="1">
              <a:blip r:embed="rId11"/>
              <a:srcRect l="0" t="0" r="0" b="0"/>
              <a:stretch>
                <a:fillRect/>
              </a:stretch>
            </a:blipFill>
            <a:ln w="12700" cap="flat">
              <a:noFill/>
              <a:miter lim="400000"/>
            </a:ln>
            <a:effectLst/>
          </p:spPr>
          <p:txBody>
            <a:bodyPr wrap="square" lIns="30479" tIns="30479" rIns="30479" bIns="30479" numCol="1" anchor="t">
              <a:noAutofit/>
            </a:bodyPr>
            <a:lstStyle/>
            <a:p>
              <a:pPr defTabSz="609600">
                <a:defRPr sz="1200">
                  <a:solidFill>
                    <a:srgbClr val="000000"/>
                  </a:solidFill>
                  <a:latin typeface="+mj-lt"/>
                  <a:ea typeface="+mj-ea"/>
                  <a:cs typeface="+mj-cs"/>
                  <a:sym typeface="Calibri"/>
                </a:defRPr>
              </a:pPr>
            </a:p>
          </p:txBody>
        </p:sp>
        <p:sp>
          <p:nvSpPr>
            <p:cNvPr id="349" name="TextBox 12"/>
            <p:cNvSpPr txBox="1"/>
            <p:nvPr/>
          </p:nvSpPr>
          <p:spPr>
            <a:xfrm>
              <a:off x="45569" y="514994"/>
              <a:ext cx="1178861" cy="24000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noAutofit/>
            </a:bodyPr>
            <a:lstStyle/>
            <a:p>
              <a:pPr algn="ctr" defTabSz="609600">
                <a:lnSpc>
                  <a:spcPts val="800"/>
                </a:lnSpc>
                <a:defRPr spc="49" sz="1200">
                  <a:solidFill>
                    <a:srgbClr val="FFFFFF"/>
                  </a:solidFill>
                  <a:latin typeface="Futura Bold"/>
                  <a:ea typeface="Futura Bold"/>
                  <a:cs typeface="Futura Bold"/>
                  <a:sym typeface="Futura Bold"/>
                </a:defRPr>
              </a:pPr>
            </a:p>
            <a:p>
              <a:pPr algn="ctr" defTabSz="609600">
                <a:lnSpc>
                  <a:spcPts val="800"/>
                </a:lnSpc>
                <a:defRPr spc="49" sz="1200">
                  <a:solidFill>
                    <a:srgbClr val="FFFFFF"/>
                  </a:solidFill>
                  <a:latin typeface="Futura Bold"/>
                  <a:ea typeface="Futura Bold"/>
                  <a:cs typeface="Futura Bold"/>
                  <a:sym typeface="Futura Bold"/>
                </a:defRPr>
              </a:pPr>
              <a:r>
                <a:t>BILDUNG</a:t>
              </a:r>
            </a:p>
          </p:txBody>
        </p:sp>
      </p:grpSp>
      <p:grpSp>
        <p:nvGrpSpPr>
          <p:cNvPr id="353" name="Group"/>
          <p:cNvGrpSpPr/>
          <p:nvPr/>
        </p:nvGrpSpPr>
        <p:grpSpPr>
          <a:xfrm>
            <a:off x="8661940" y="846666"/>
            <a:ext cx="1270001" cy="1269992"/>
            <a:chOff x="0" y="0"/>
            <a:chExt cx="1270000" cy="1269991"/>
          </a:xfrm>
        </p:grpSpPr>
        <p:sp>
          <p:nvSpPr>
            <p:cNvPr id="351" name="Freeform 17"/>
            <p:cNvSpPr/>
            <p:nvPr/>
          </p:nvSpPr>
          <p:spPr>
            <a:xfrm>
              <a:off x="0" y="0"/>
              <a:ext cx="1270001" cy="1269992"/>
            </a:xfrm>
            <a:prstGeom prst="rect">
              <a:avLst/>
            </a:prstGeom>
            <a:blipFill rotWithShape="1">
              <a:blip r:embed="rId12"/>
              <a:srcRect l="0" t="0" r="0" b="0"/>
              <a:stretch>
                <a:fillRect/>
              </a:stretch>
            </a:blipFill>
            <a:ln w="12700" cap="flat">
              <a:noFill/>
              <a:miter lim="400000"/>
            </a:ln>
            <a:effectLst/>
          </p:spPr>
          <p:txBody>
            <a:bodyPr wrap="square" lIns="30479" tIns="30479" rIns="30479" bIns="30479" numCol="1" anchor="t">
              <a:noAutofit/>
            </a:bodyPr>
            <a:lstStyle/>
            <a:p>
              <a:pPr defTabSz="609600">
                <a:defRPr sz="1200">
                  <a:solidFill>
                    <a:srgbClr val="000000"/>
                  </a:solidFill>
                  <a:latin typeface="+mj-lt"/>
                  <a:ea typeface="+mj-ea"/>
                  <a:cs typeface="+mj-cs"/>
                  <a:sym typeface="Calibri"/>
                </a:defRPr>
              </a:pPr>
            </a:p>
          </p:txBody>
        </p:sp>
        <p:sp>
          <p:nvSpPr>
            <p:cNvPr id="352" name="TextBox 12"/>
            <p:cNvSpPr txBox="1"/>
            <p:nvPr/>
          </p:nvSpPr>
          <p:spPr>
            <a:xfrm>
              <a:off x="45569" y="514994"/>
              <a:ext cx="1178860" cy="24000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noAutofit/>
            </a:bodyPr>
            <a:lstStyle/>
            <a:p>
              <a:pPr algn="ctr" defTabSz="609600">
                <a:lnSpc>
                  <a:spcPts val="800"/>
                </a:lnSpc>
                <a:defRPr spc="49" sz="1200">
                  <a:solidFill>
                    <a:srgbClr val="FFFFFF"/>
                  </a:solidFill>
                  <a:latin typeface="Futura Bold"/>
                  <a:ea typeface="Futura Bold"/>
                  <a:cs typeface="Futura Bold"/>
                  <a:sym typeface="Futura Bold"/>
                </a:defRPr>
              </a:pPr>
            </a:p>
            <a:p>
              <a:pPr algn="ctr" defTabSz="609600">
                <a:lnSpc>
                  <a:spcPts val="800"/>
                </a:lnSpc>
                <a:defRPr spc="49" sz="1200">
                  <a:solidFill>
                    <a:srgbClr val="FFFFFF"/>
                  </a:solidFill>
                  <a:latin typeface="Futura Bold"/>
                  <a:ea typeface="Futura Bold"/>
                  <a:cs typeface="Futura Bold"/>
                  <a:sym typeface="Futura Bold"/>
                </a:defRPr>
              </a:pPr>
              <a:r>
                <a:t>BERATUNG</a:t>
              </a:r>
            </a:p>
          </p:txBody>
        </p:sp>
      </p:grpSp>
      <p:grpSp>
        <p:nvGrpSpPr>
          <p:cNvPr id="356" name="Group"/>
          <p:cNvGrpSpPr/>
          <p:nvPr/>
        </p:nvGrpSpPr>
        <p:grpSpPr>
          <a:xfrm>
            <a:off x="9779000" y="1921933"/>
            <a:ext cx="1270000" cy="1270001"/>
            <a:chOff x="0" y="0"/>
            <a:chExt cx="1270000" cy="1270000"/>
          </a:xfrm>
        </p:grpSpPr>
        <p:sp>
          <p:nvSpPr>
            <p:cNvPr id="354" name="Freeform 14"/>
            <p:cNvSpPr/>
            <p:nvPr/>
          </p:nvSpPr>
          <p:spPr>
            <a:xfrm>
              <a:off x="0" y="0"/>
              <a:ext cx="1270000" cy="1270000"/>
            </a:xfrm>
            <a:prstGeom prst="rect">
              <a:avLst/>
            </a:prstGeom>
            <a:blipFill rotWithShape="1">
              <a:blip r:embed="rId13"/>
              <a:srcRect l="0" t="0" r="0" b="0"/>
              <a:stretch>
                <a:fillRect/>
              </a:stretch>
            </a:blipFill>
            <a:ln w="12700" cap="flat">
              <a:noFill/>
              <a:miter lim="400000"/>
            </a:ln>
            <a:effectLst/>
          </p:spPr>
          <p:txBody>
            <a:bodyPr wrap="square" lIns="30479" tIns="30479" rIns="30479" bIns="30479" numCol="1" anchor="t">
              <a:noAutofit/>
            </a:bodyPr>
            <a:lstStyle/>
            <a:p>
              <a:pPr defTabSz="609600">
                <a:defRPr sz="1200">
                  <a:solidFill>
                    <a:srgbClr val="000000"/>
                  </a:solidFill>
                  <a:latin typeface="+mj-lt"/>
                  <a:ea typeface="+mj-ea"/>
                  <a:cs typeface="+mj-cs"/>
                  <a:sym typeface="Calibri"/>
                </a:defRPr>
              </a:pPr>
            </a:p>
          </p:txBody>
        </p:sp>
        <p:sp>
          <p:nvSpPr>
            <p:cNvPr id="355" name="TextBox 12"/>
            <p:cNvSpPr txBox="1"/>
            <p:nvPr/>
          </p:nvSpPr>
          <p:spPr>
            <a:xfrm>
              <a:off x="36266" y="416021"/>
              <a:ext cx="1197467" cy="43795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noAutofit/>
            </a:bodyPr>
            <a:lstStyle/>
            <a:p>
              <a:pPr algn="ctr" defTabSz="609600">
                <a:lnSpc>
                  <a:spcPts val="1700"/>
                </a:lnSpc>
                <a:defRPr spc="49" sz="1200">
                  <a:solidFill>
                    <a:srgbClr val="FFFFFF"/>
                  </a:solidFill>
                  <a:latin typeface="Futura Bold"/>
                  <a:ea typeface="Futura Bold"/>
                  <a:cs typeface="Futura Bold"/>
                  <a:sym typeface="Futura Bold"/>
                </a:defRPr>
              </a:pPr>
              <a:r>
                <a:t>INFRA-</a:t>
              </a:r>
              <a:br/>
              <a:r>
                <a:t>STRUKTUR</a:t>
              </a:r>
            </a:p>
          </p:txBody>
        </p:sp>
      </p:grpSp>
      <p:grpSp>
        <p:nvGrpSpPr>
          <p:cNvPr id="359" name="Group"/>
          <p:cNvGrpSpPr/>
          <p:nvPr/>
        </p:nvGrpSpPr>
        <p:grpSpPr>
          <a:xfrm>
            <a:off x="8645006" y="2963333"/>
            <a:ext cx="1270001" cy="1269992"/>
            <a:chOff x="0" y="0"/>
            <a:chExt cx="1270000" cy="1269991"/>
          </a:xfrm>
        </p:grpSpPr>
        <p:sp>
          <p:nvSpPr>
            <p:cNvPr id="357" name="Freeform 8"/>
            <p:cNvSpPr/>
            <p:nvPr/>
          </p:nvSpPr>
          <p:spPr>
            <a:xfrm>
              <a:off x="0" y="0"/>
              <a:ext cx="1270001" cy="1269992"/>
            </a:xfrm>
            <a:prstGeom prst="rect">
              <a:avLst/>
            </a:prstGeom>
            <a:blipFill rotWithShape="1">
              <a:blip r:embed="rId14"/>
              <a:srcRect l="0" t="0" r="0" b="0"/>
              <a:stretch>
                <a:fillRect/>
              </a:stretch>
            </a:blipFill>
            <a:ln w="12700" cap="flat">
              <a:noFill/>
              <a:miter lim="400000"/>
            </a:ln>
            <a:effectLst/>
          </p:spPr>
          <p:txBody>
            <a:bodyPr wrap="square" lIns="30479" tIns="30479" rIns="30479" bIns="30479" numCol="1" anchor="t">
              <a:noAutofit/>
            </a:bodyPr>
            <a:lstStyle/>
            <a:p>
              <a:pPr defTabSz="609600">
                <a:defRPr sz="1200">
                  <a:solidFill>
                    <a:srgbClr val="000000"/>
                  </a:solidFill>
                  <a:latin typeface="+mj-lt"/>
                  <a:ea typeface="+mj-ea"/>
                  <a:cs typeface="+mj-cs"/>
                  <a:sym typeface="Calibri"/>
                </a:defRPr>
              </a:pPr>
            </a:p>
          </p:txBody>
        </p:sp>
        <p:sp>
          <p:nvSpPr>
            <p:cNvPr id="358" name="TextBox 12"/>
            <p:cNvSpPr txBox="1"/>
            <p:nvPr/>
          </p:nvSpPr>
          <p:spPr>
            <a:xfrm>
              <a:off x="45569" y="514994"/>
              <a:ext cx="1178860" cy="24000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noAutofit/>
            </a:bodyPr>
            <a:lstStyle>
              <a:lvl1pPr algn="ctr" defTabSz="609600">
                <a:lnSpc>
                  <a:spcPts val="1700"/>
                </a:lnSpc>
                <a:defRPr spc="49" sz="1200">
                  <a:solidFill>
                    <a:srgbClr val="FFFFFF"/>
                  </a:solidFill>
                  <a:latin typeface="Futura Bold"/>
                  <a:ea typeface="Futura Bold"/>
                  <a:cs typeface="Futura Bold"/>
                  <a:sym typeface="Futura Bold"/>
                </a:defRPr>
              </a:lvl1pPr>
            </a:lstStyle>
            <a:p>
              <a:pPr/>
              <a:r>
                <a:t>FORSCHUNG</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366" name="Group 2"/>
          <p:cNvGrpSpPr/>
          <p:nvPr/>
        </p:nvGrpSpPr>
        <p:grpSpPr>
          <a:xfrm>
            <a:off x="2682703" y="328107"/>
            <a:ext cx="3765353" cy="1314022"/>
            <a:chOff x="0" y="0"/>
            <a:chExt cx="3765352" cy="1314021"/>
          </a:xfrm>
        </p:grpSpPr>
        <p:sp>
          <p:nvSpPr>
            <p:cNvPr id="361" name="Freeform 4"/>
            <p:cNvSpPr/>
            <p:nvPr/>
          </p:nvSpPr>
          <p:spPr>
            <a:xfrm>
              <a:off x="1789" y="6649"/>
              <a:ext cx="1068093" cy="1037559"/>
            </a:xfrm>
            <a:prstGeom prst="rect">
              <a:avLst/>
            </a:prstGeom>
            <a:solidFill>
              <a:schemeClr val="accent3"/>
            </a:solidFill>
            <a:ln w="12700" cap="flat">
              <a:noFill/>
              <a:miter lim="400000"/>
            </a:ln>
            <a:effectLst/>
          </p:spPr>
          <p:txBody>
            <a:bodyPr wrap="square" lIns="30479" tIns="30479" rIns="30479" bIns="30479" numCol="1" anchor="t">
              <a:noAutofit/>
            </a:bodyPr>
            <a:lstStyle/>
            <a:p>
              <a:pPr defTabSz="609600">
                <a:defRPr sz="1200">
                  <a:solidFill>
                    <a:srgbClr val="000000"/>
                  </a:solidFill>
                  <a:latin typeface="+mj-lt"/>
                  <a:ea typeface="+mj-ea"/>
                  <a:cs typeface="+mj-cs"/>
                  <a:sym typeface="Calibri"/>
                </a:defRPr>
              </a:pPr>
            </a:p>
          </p:txBody>
        </p:sp>
        <p:sp>
          <p:nvSpPr>
            <p:cNvPr id="362" name="TextBox 6"/>
            <p:cNvSpPr txBox="1"/>
            <p:nvPr/>
          </p:nvSpPr>
          <p:spPr>
            <a:xfrm>
              <a:off x="1789" y="292065"/>
              <a:ext cx="1068092" cy="4369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gn="ctr" defTabSz="609600">
                <a:lnSpc>
                  <a:spcPts val="1200"/>
                </a:lnSpc>
                <a:defRPr sz="1000">
                  <a:solidFill>
                    <a:srgbClr val="17161C"/>
                  </a:solidFill>
                  <a:latin typeface="Codec Pro"/>
                  <a:ea typeface="Codec Pro"/>
                  <a:cs typeface="Codec Pro"/>
                  <a:sym typeface="Codec Pro"/>
                </a:defRPr>
              </a:pPr>
              <a:r>
                <a:t> </a:t>
              </a:r>
            </a:p>
            <a:p>
              <a:pPr algn="ctr" defTabSz="609600">
                <a:lnSpc>
                  <a:spcPts val="2200"/>
                </a:lnSpc>
                <a:defRPr b="1">
                  <a:solidFill>
                    <a:srgbClr val="FFFFFF"/>
                  </a:solidFill>
                  <a:latin typeface="Codec Pro Bold"/>
                  <a:ea typeface="Codec Pro Bold"/>
                  <a:cs typeface="Codec Pro Bold"/>
                  <a:sym typeface="Codec Pro Bold"/>
                </a:defRPr>
              </a:pPr>
              <a:r>
                <a:t>Talks</a:t>
              </a:r>
            </a:p>
          </p:txBody>
        </p:sp>
        <p:sp>
          <p:nvSpPr>
            <p:cNvPr id="363" name="Freeform 7"/>
            <p:cNvSpPr/>
            <p:nvPr/>
          </p:nvSpPr>
          <p:spPr>
            <a:xfrm rot="21576000">
              <a:off x="2802987" y="3336"/>
              <a:ext cx="959072" cy="94678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8" y="0"/>
                  </a:moveTo>
                  <a:lnTo>
                    <a:pt x="21600" y="152"/>
                  </a:lnTo>
                  <a:lnTo>
                    <a:pt x="21452" y="21600"/>
                  </a:lnTo>
                  <a:lnTo>
                    <a:pt x="0" y="21448"/>
                  </a:lnTo>
                  <a:lnTo>
                    <a:pt x="148" y="0"/>
                  </a:lnTo>
                  <a:close/>
                </a:path>
              </a:pathLst>
            </a:custGeom>
            <a:blipFill rotWithShape="1">
              <a:blip r:embed="rId2"/>
              <a:srcRect l="0" t="0" r="0" b="0"/>
              <a:stretch>
                <a:fillRect/>
              </a:stretch>
            </a:blipFill>
            <a:ln w="12700" cap="flat">
              <a:noFill/>
              <a:miter lim="400000"/>
            </a:ln>
            <a:effectLst/>
          </p:spPr>
          <p:txBody>
            <a:bodyPr wrap="square" lIns="30479" tIns="30479" rIns="30479" bIns="30479" numCol="1" anchor="t">
              <a:noAutofit/>
            </a:bodyPr>
            <a:lstStyle/>
            <a:p>
              <a:pPr defTabSz="609600">
                <a:defRPr sz="1200">
                  <a:solidFill>
                    <a:srgbClr val="000000"/>
                  </a:solidFill>
                  <a:latin typeface="+mj-lt"/>
                  <a:ea typeface="+mj-ea"/>
                  <a:cs typeface="+mj-cs"/>
                  <a:sym typeface="Calibri"/>
                </a:defRPr>
              </a:pPr>
            </a:p>
          </p:txBody>
        </p:sp>
        <p:sp>
          <p:nvSpPr>
            <p:cNvPr id="364" name="TextBox 8"/>
            <p:cNvSpPr txBox="1"/>
            <p:nvPr/>
          </p:nvSpPr>
          <p:spPr>
            <a:xfrm>
              <a:off x="0" y="1109638"/>
              <a:ext cx="3758789" cy="204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lvl="1" marL="323850" indent="-129539" defTabSz="609600">
                <a:lnSpc>
                  <a:spcPts val="1600"/>
                </a:lnSpc>
                <a:buSzPct val="100000"/>
                <a:buFont typeface="Arial"/>
                <a:buChar char="•"/>
                <a:defRPr sz="1200">
                  <a:solidFill>
                    <a:srgbClr val="17161C"/>
                  </a:solidFill>
                  <a:latin typeface="Codec Pro"/>
                  <a:ea typeface="Codec Pro"/>
                  <a:cs typeface="Codec Pro"/>
                  <a:sym typeface="Codec Pro"/>
                </a:defRPr>
              </a:pPr>
              <a:r>
                <a:t>Gastvorträge zu Forschung und Innovation</a:t>
              </a:r>
            </a:p>
          </p:txBody>
        </p:sp>
        <p:sp>
          <p:nvSpPr>
            <p:cNvPr id="365" name="TextBox 9"/>
            <p:cNvSpPr txBox="1"/>
            <p:nvPr/>
          </p:nvSpPr>
          <p:spPr>
            <a:xfrm>
              <a:off x="2144407" y="947819"/>
              <a:ext cx="1614382" cy="17144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defTabSz="609600">
                <a:lnSpc>
                  <a:spcPts val="1400"/>
                </a:lnSpc>
                <a:defRPr b="1" sz="1000" u="sng">
                  <a:solidFill>
                    <a:srgbClr val="DC640D"/>
                  </a:solidFill>
                  <a:latin typeface="Canva Sans Bold"/>
                  <a:ea typeface="Canva Sans Bold"/>
                  <a:cs typeface="Canva Sans Bold"/>
                  <a:sym typeface="Canva Sans Bold"/>
                </a:defRPr>
              </a:lvl1pPr>
            </a:lstStyle>
            <a:p>
              <a:pPr/>
              <a:r>
                <a:t>tele-task.de/series/1463</a:t>
              </a:r>
            </a:p>
          </p:txBody>
        </p:sp>
      </p:grpSp>
      <p:sp>
        <p:nvSpPr>
          <p:cNvPr id="367" name="AutoShape 10"/>
          <p:cNvSpPr/>
          <p:nvPr/>
        </p:nvSpPr>
        <p:spPr>
          <a:xfrm rot="10800000">
            <a:off x="-1" y="-1"/>
            <a:ext cx="2459135" cy="6858001"/>
          </a:xfrm>
          <a:prstGeom prst="rect">
            <a:avLst/>
          </a:prstGeom>
          <a:solidFill>
            <a:schemeClr val="accent3"/>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grpSp>
        <p:nvGrpSpPr>
          <p:cNvPr id="373" name="Group 11"/>
          <p:cNvGrpSpPr/>
          <p:nvPr/>
        </p:nvGrpSpPr>
        <p:grpSpPr>
          <a:xfrm>
            <a:off x="2702389" y="2508130"/>
            <a:ext cx="3758790" cy="1942372"/>
            <a:chOff x="0" y="0"/>
            <a:chExt cx="3758788" cy="1942370"/>
          </a:xfrm>
        </p:grpSpPr>
        <p:sp>
          <p:nvSpPr>
            <p:cNvPr id="368" name="Freeform 13"/>
            <p:cNvSpPr/>
            <p:nvPr/>
          </p:nvSpPr>
          <p:spPr>
            <a:xfrm>
              <a:off x="0" y="0"/>
              <a:ext cx="1068092" cy="1037558"/>
            </a:xfrm>
            <a:prstGeom prst="rect">
              <a:avLst/>
            </a:prstGeom>
            <a:solidFill>
              <a:srgbClr val="DC640D"/>
            </a:solidFill>
            <a:ln w="12700" cap="flat">
              <a:noFill/>
              <a:miter lim="400000"/>
            </a:ln>
            <a:effectLst/>
          </p:spPr>
          <p:txBody>
            <a:bodyPr wrap="square" lIns="30479" tIns="30479" rIns="30479" bIns="30479" numCol="1" anchor="t">
              <a:noAutofit/>
            </a:bodyPr>
            <a:lstStyle/>
            <a:p>
              <a:pPr defTabSz="609600">
                <a:defRPr sz="1200">
                  <a:solidFill>
                    <a:srgbClr val="000000"/>
                  </a:solidFill>
                  <a:latin typeface="+mj-lt"/>
                  <a:ea typeface="+mj-ea"/>
                  <a:cs typeface="+mj-cs"/>
                  <a:sym typeface="Calibri"/>
                </a:defRPr>
              </a:pPr>
            </a:p>
          </p:txBody>
        </p:sp>
        <p:sp>
          <p:nvSpPr>
            <p:cNvPr id="369" name="TextBox 15"/>
            <p:cNvSpPr txBox="1"/>
            <p:nvPr/>
          </p:nvSpPr>
          <p:spPr>
            <a:xfrm>
              <a:off x="0" y="202072"/>
              <a:ext cx="1062727" cy="5893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gn="ctr" defTabSz="609600">
                <a:lnSpc>
                  <a:spcPts val="2400"/>
                </a:lnSpc>
                <a:defRPr b="1" sz="2000">
                  <a:solidFill>
                    <a:srgbClr val="FFFFFF"/>
                  </a:solidFill>
                  <a:latin typeface="Codec Pro Bold"/>
                  <a:ea typeface="Codec Pro Bold"/>
                  <a:cs typeface="Codec Pro Bold"/>
                  <a:sym typeface="Codec Pro Bold"/>
                </a:defRPr>
              </a:pPr>
              <a:r>
                <a:t>Work</a:t>
              </a:r>
            </a:p>
            <a:p>
              <a:pPr algn="ctr" defTabSz="609600">
                <a:lnSpc>
                  <a:spcPts val="2200"/>
                </a:lnSpc>
                <a:defRPr b="1">
                  <a:solidFill>
                    <a:srgbClr val="FFFFFF"/>
                  </a:solidFill>
                  <a:latin typeface="Codec Pro Bold"/>
                  <a:ea typeface="Codec Pro Bold"/>
                  <a:cs typeface="Codec Pro Bold"/>
                  <a:sym typeface="Codec Pro Bold"/>
                </a:defRPr>
              </a:pPr>
              <a:r>
                <a:t>shops</a:t>
              </a:r>
            </a:p>
          </p:txBody>
        </p:sp>
        <p:sp>
          <p:nvSpPr>
            <p:cNvPr id="370" name="TextBox 16"/>
            <p:cNvSpPr txBox="1"/>
            <p:nvPr/>
          </p:nvSpPr>
          <p:spPr>
            <a:xfrm>
              <a:off x="1789" y="1102988"/>
              <a:ext cx="3757000" cy="839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lvl="1" marL="323850" indent="-129539" defTabSz="609600">
                <a:lnSpc>
                  <a:spcPts val="1600"/>
                </a:lnSpc>
                <a:buSzPct val="100000"/>
                <a:buFont typeface="Arial"/>
                <a:buChar char="•"/>
                <a:defRPr sz="1200">
                  <a:solidFill>
                    <a:srgbClr val="17161C"/>
                  </a:solidFill>
                  <a:latin typeface="Codec Pro"/>
                  <a:ea typeface="Codec Pro"/>
                  <a:cs typeface="Codec Pro"/>
                  <a:sym typeface="Codec Pro"/>
                </a:defRPr>
              </a:pPr>
              <a:r>
                <a:t>Praxisnahe Themen</a:t>
              </a:r>
            </a:p>
            <a:p>
              <a:pPr lvl="1" marL="323850" indent="-129539" defTabSz="609600">
                <a:lnSpc>
                  <a:spcPts val="1600"/>
                </a:lnSpc>
                <a:buSzPct val="100000"/>
                <a:buFont typeface="Arial"/>
                <a:buChar char="•"/>
                <a:defRPr sz="1200">
                  <a:solidFill>
                    <a:srgbClr val="17161C"/>
                  </a:solidFill>
                  <a:latin typeface="Codec Pro"/>
                  <a:ea typeface="Codec Pro"/>
                  <a:cs typeface="Codec Pro"/>
                  <a:sym typeface="Codec Pro"/>
                </a:defRPr>
              </a:pPr>
              <a:r>
                <a:t>Beispielthemen: Speech2summary, Docker für ML, semantische Suche​</a:t>
              </a:r>
            </a:p>
          </p:txBody>
        </p:sp>
        <p:sp>
          <p:nvSpPr>
            <p:cNvPr id="371" name="Freeform 17"/>
            <p:cNvSpPr/>
            <p:nvPr/>
          </p:nvSpPr>
          <p:spPr>
            <a:xfrm>
              <a:off x="2802000" y="0"/>
              <a:ext cx="955000" cy="954999"/>
            </a:xfrm>
            <a:prstGeom prst="rect">
              <a:avLst/>
            </a:prstGeom>
            <a:blipFill rotWithShape="1">
              <a:blip r:embed="rId3"/>
              <a:srcRect l="0" t="0" r="0" b="0"/>
              <a:stretch>
                <a:fillRect/>
              </a:stretch>
            </a:blipFill>
            <a:ln w="12700" cap="flat">
              <a:noFill/>
              <a:miter lim="400000"/>
            </a:ln>
            <a:effectLst/>
          </p:spPr>
          <p:txBody>
            <a:bodyPr wrap="square" lIns="30479" tIns="30479" rIns="30479" bIns="30479" numCol="1" anchor="t">
              <a:noAutofit/>
            </a:bodyPr>
            <a:lstStyle/>
            <a:p>
              <a:pPr defTabSz="609600">
                <a:defRPr sz="1200">
                  <a:solidFill>
                    <a:srgbClr val="000000"/>
                  </a:solidFill>
                  <a:latin typeface="+mj-lt"/>
                  <a:ea typeface="+mj-ea"/>
                  <a:cs typeface="+mj-cs"/>
                  <a:sym typeface="Calibri"/>
                </a:defRPr>
              </a:pPr>
            </a:p>
          </p:txBody>
        </p:sp>
        <p:sp>
          <p:nvSpPr>
            <p:cNvPr id="372" name="TextBox 18"/>
            <p:cNvSpPr txBox="1"/>
            <p:nvPr/>
          </p:nvSpPr>
          <p:spPr>
            <a:xfrm>
              <a:off x="2433871" y="937139"/>
              <a:ext cx="1323130" cy="1714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r" defTabSz="609600">
                <a:lnSpc>
                  <a:spcPts val="1400"/>
                </a:lnSpc>
                <a:defRPr b="1" sz="1000" u="sng">
                  <a:solidFill>
                    <a:srgbClr val="DC640D"/>
                  </a:solidFill>
                  <a:latin typeface="Canva Sans Bold"/>
                  <a:ea typeface="Canva Sans Bold"/>
                  <a:cs typeface="Canva Sans Bold"/>
                  <a:sym typeface="Canva Sans Bold"/>
                </a:defRPr>
              </a:lvl1pPr>
            </a:lstStyle>
            <a:p>
              <a:pPr/>
              <a:r>
                <a:t>aimaker.community</a:t>
              </a:r>
            </a:p>
          </p:txBody>
        </p:sp>
      </p:grpSp>
      <p:grpSp>
        <p:nvGrpSpPr>
          <p:cNvPr id="379" name="Group 19"/>
          <p:cNvGrpSpPr/>
          <p:nvPr/>
        </p:nvGrpSpPr>
        <p:grpSpPr>
          <a:xfrm>
            <a:off x="2704178" y="4704075"/>
            <a:ext cx="3757001" cy="2176838"/>
            <a:chOff x="0" y="0"/>
            <a:chExt cx="3757000" cy="2176837"/>
          </a:xfrm>
        </p:grpSpPr>
        <p:sp>
          <p:nvSpPr>
            <p:cNvPr id="374" name="Freeform 21"/>
            <p:cNvSpPr/>
            <p:nvPr/>
          </p:nvSpPr>
          <p:spPr>
            <a:xfrm>
              <a:off x="0" y="22799"/>
              <a:ext cx="1068093" cy="1037559"/>
            </a:xfrm>
            <a:prstGeom prst="rect">
              <a:avLst/>
            </a:prstGeom>
            <a:solidFill>
              <a:srgbClr val="B0073A"/>
            </a:solidFill>
            <a:ln w="12700" cap="flat">
              <a:noFill/>
              <a:miter lim="400000"/>
            </a:ln>
            <a:effectLst/>
          </p:spPr>
          <p:txBody>
            <a:bodyPr wrap="square" lIns="30479" tIns="30479" rIns="30479" bIns="30479" numCol="1" anchor="t">
              <a:noAutofit/>
            </a:bodyPr>
            <a:lstStyle/>
            <a:p>
              <a:pPr defTabSz="609600">
                <a:defRPr sz="1200">
                  <a:solidFill>
                    <a:srgbClr val="000000"/>
                  </a:solidFill>
                  <a:latin typeface="+mj-lt"/>
                  <a:ea typeface="+mj-ea"/>
                  <a:cs typeface="+mj-cs"/>
                  <a:sym typeface="Calibri"/>
                </a:defRPr>
              </a:pPr>
            </a:p>
          </p:txBody>
        </p:sp>
        <p:sp>
          <p:nvSpPr>
            <p:cNvPr id="375" name="TextBox 23"/>
            <p:cNvSpPr txBox="1"/>
            <p:nvPr/>
          </p:nvSpPr>
          <p:spPr>
            <a:xfrm>
              <a:off x="5367" y="380448"/>
              <a:ext cx="1064515" cy="27609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defTabSz="609600">
                <a:lnSpc>
                  <a:spcPts val="2200"/>
                </a:lnSpc>
                <a:defRPr b="1">
                  <a:solidFill>
                    <a:srgbClr val="FFFFFF"/>
                  </a:solidFill>
                  <a:latin typeface="Codec Pro Bold"/>
                  <a:ea typeface="Codec Pro Bold"/>
                  <a:cs typeface="Codec Pro Bold"/>
                  <a:sym typeface="Codec Pro Bold"/>
                </a:defRPr>
              </a:lvl1pPr>
            </a:lstStyle>
            <a:p>
              <a:pPr/>
              <a:r>
                <a:t>MOOCs</a:t>
              </a:r>
            </a:p>
          </p:txBody>
        </p:sp>
        <p:sp>
          <p:nvSpPr>
            <p:cNvPr id="376" name="Freeform 24"/>
            <p:cNvSpPr/>
            <p:nvPr/>
          </p:nvSpPr>
          <p:spPr>
            <a:xfrm>
              <a:off x="2807265" y="0"/>
              <a:ext cx="949735" cy="937520"/>
            </a:xfrm>
            <a:prstGeom prst="rect">
              <a:avLst/>
            </a:prstGeom>
            <a:blipFill rotWithShape="1">
              <a:blip r:embed="rId4"/>
              <a:srcRect l="0" t="0" r="0" b="0"/>
              <a:stretch>
                <a:fillRect/>
              </a:stretch>
            </a:blipFill>
            <a:ln w="12700" cap="flat">
              <a:noFill/>
              <a:miter lim="400000"/>
            </a:ln>
            <a:effectLst/>
          </p:spPr>
          <p:txBody>
            <a:bodyPr wrap="square" lIns="30479" tIns="30479" rIns="30479" bIns="30479" numCol="1" anchor="t">
              <a:noAutofit/>
            </a:bodyPr>
            <a:lstStyle/>
            <a:p>
              <a:pPr defTabSz="609600">
                <a:defRPr sz="1200">
                  <a:solidFill>
                    <a:srgbClr val="000000"/>
                  </a:solidFill>
                  <a:latin typeface="+mj-lt"/>
                  <a:ea typeface="+mj-ea"/>
                  <a:cs typeface="+mj-cs"/>
                  <a:sym typeface="Calibri"/>
                </a:defRPr>
              </a:pPr>
            </a:p>
          </p:txBody>
        </p:sp>
        <p:sp>
          <p:nvSpPr>
            <p:cNvPr id="377" name="TextBox 25"/>
            <p:cNvSpPr txBox="1"/>
            <p:nvPr/>
          </p:nvSpPr>
          <p:spPr>
            <a:xfrm>
              <a:off x="0" y="1125788"/>
              <a:ext cx="3756999" cy="10510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lvl="1" marL="323850" indent="-129539" defTabSz="609600">
                <a:lnSpc>
                  <a:spcPts val="1600"/>
                </a:lnSpc>
                <a:buSzPct val="100000"/>
                <a:buFont typeface="Arial"/>
                <a:buChar char="•"/>
                <a:defRPr sz="1200">
                  <a:solidFill>
                    <a:srgbClr val="17161C"/>
                  </a:solidFill>
                  <a:latin typeface="Codec Pro"/>
                  <a:ea typeface="Codec Pro"/>
                  <a:cs typeface="Codec Pro"/>
                  <a:sym typeface="Codec Pro"/>
                </a:defRPr>
              </a:pPr>
              <a:r>
                <a:t>ChatGPT: Was bedeutet generative KI für unsere Gesellschaft?</a:t>
              </a:r>
            </a:p>
            <a:p>
              <a:pPr lvl="1" marL="323850" indent="-129539" defTabSz="609600">
                <a:lnSpc>
                  <a:spcPts val="1600"/>
                </a:lnSpc>
                <a:buSzPct val="100000"/>
                <a:buFont typeface="Arial"/>
                <a:buChar char="•"/>
                <a:defRPr sz="1200">
                  <a:solidFill>
                    <a:srgbClr val="17161C"/>
                  </a:solidFill>
                  <a:latin typeface="Codec Pro"/>
                  <a:ea typeface="Codec Pro"/>
                  <a:cs typeface="Codec Pro"/>
                  <a:sym typeface="Codec Pro"/>
                </a:defRPr>
              </a:pPr>
              <a:r>
                <a:t>Profitable KI</a:t>
              </a:r>
            </a:p>
            <a:p>
              <a:pPr lvl="1" marL="323850" indent="-129539" defTabSz="609600">
                <a:lnSpc>
                  <a:spcPts val="1600"/>
                </a:lnSpc>
                <a:buSzPct val="100000"/>
                <a:buFont typeface="Arial"/>
                <a:buChar char="•"/>
                <a:defRPr sz="1200">
                  <a:solidFill>
                    <a:srgbClr val="17161C"/>
                  </a:solidFill>
                  <a:latin typeface="Codec Pro"/>
                  <a:ea typeface="Codec Pro"/>
                  <a:cs typeface="Codec Pro"/>
                  <a:sym typeface="Codec Pro"/>
                </a:defRPr>
              </a:pPr>
              <a:r>
                <a:t>KI Biases verstehen und vermeiden</a:t>
              </a:r>
            </a:p>
          </p:txBody>
        </p:sp>
        <p:sp>
          <p:nvSpPr>
            <p:cNvPr id="378" name="TextBox 26"/>
            <p:cNvSpPr txBox="1"/>
            <p:nvPr/>
          </p:nvSpPr>
          <p:spPr>
            <a:xfrm>
              <a:off x="1290342" y="912897"/>
              <a:ext cx="2466659" cy="1714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defTabSz="609600">
                <a:lnSpc>
                  <a:spcPts val="1400"/>
                </a:lnSpc>
                <a:defRPr b="1" sz="1000" u="sng">
                  <a:solidFill>
                    <a:srgbClr val="DC640D"/>
                  </a:solidFill>
                  <a:latin typeface="Canva Sans Bold"/>
                  <a:ea typeface="Canva Sans Bold"/>
                  <a:cs typeface="Canva Sans Bold"/>
                  <a:sym typeface="Canva Sans Bold"/>
                </a:defRPr>
              </a:lvl1pPr>
            </a:lstStyle>
            <a:p>
              <a:pPr/>
              <a:r>
                <a:t>open.hpi.de/channels/ai-service-center</a:t>
              </a:r>
            </a:p>
          </p:txBody>
        </p:sp>
      </p:grpSp>
      <p:sp>
        <p:nvSpPr>
          <p:cNvPr id="380" name="Freeform 27"/>
          <p:cNvSpPr/>
          <p:nvPr/>
        </p:nvSpPr>
        <p:spPr>
          <a:xfrm>
            <a:off x="-69851" y="4416210"/>
            <a:ext cx="2528985" cy="2528985"/>
          </a:xfrm>
          <a:prstGeom prst="rect">
            <a:avLst/>
          </a:prstGeom>
          <a:blipFill>
            <a:blip r:embed="rId5"/>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81" name="Freeform 41"/>
          <p:cNvSpPr/>
          <p:nvPr/>
        </p:nvSpPr>
        <p:spPr>
          <a:xfrm>
            <a:off x="256526" y="334757"/>
            <a:ext cx="1946081" cy="1946082"/>
          </a:xfrm>
          <a:prstGeom prst="rect">
            <a:avLst/>
          </a:prstGeom>
          <a:blipFill>
            <a:blip r:embed="rId6"/>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82" name="TextBox 42"/>
          <p:cNvSpPr txBox="1"/>
          <p:nvPr/>
        </p:nvSpPr>
        <p:spPr>
          <a:xfrm>
            <a:off x="414825" y="3190875"/>
            <a:ext cx="1559632" cy="39428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609600">
              <a:lnSpc>
                <a:spcPts val="3100"/>
              </a:lnSpc>
              <a:defRPr b="1" sz="2600">
                <a:solidFill>
                  <a:srgbClr val="FFFFFF"/>
                </a:solidFill>
                <a:latin typeface="Codec Pro Bold"/>
                <a:ea typeface="Codec Pro Bold"/>
                <a:cs typeface="Codec Pro Bold"/>
                <a:sym typeface="Codec Pro Bold"/>
              </a:defRPr>
            </a:lvl1pPr>
          </a:lstStyle>
          <a:p>
            <a:pPr/>
            <a:r>
              <a:t>BILDUNG</a:t>
            </a:r>
          </a:p>
        </p:txBody>
      </p:sp>
      <p:sp>
        <p:nvSpPr>
          <p:cNvPr id="383" name="TextBox 43"/>
          <p:cNvSpPr txBox="1"/>
          <p:nvPr/>
        </p:nvSpPr>
        <p:spPr>
          <a:xfrm>
            <a:off x="-150395" y="2273709"/>
            <a:ext cx="2353003" cy="1714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609600">
              <a:lnSpc>
                <a:spcPts val="1400"/>
              </a:lnSpc>
              <a:defRPr b="1" sz="1000">
                <a:solidFill>
                  <a:srgbClr val="FFFFFF"/>
                </a:solidFill>
                <a:latin typeface="Codec Pro Bold"/>
                <a:ea typeface="Codec Pro Bold"/>
                <a:cs typeface="Codec Pro Bold"/>
                <a:sym typeface="Codec Pro Bold"/>
              </a:defRPr>
            </a:lvl1pPr>
          </a:lstStyle>
          <a:p>
            <a:pPr/>
            <a:r>
              <a:t>Newsletter</a:t>
            </a:r>
          </a:p>
        </p:txBody>
      </p:sp>
      <p:pic>
        <p:nvPicPr>
          <p:cNvPr id="384" name="Picture 46" descr="Picture 46"/>
          <p:cNvPicPr>
            <a:picLocks noChangeAspect="1"/>
          </p:cNvPicPr>
          <p:nvPr/>
        </p:nvPicPr>
        <p:blipFill>
          <a:blip r:embed="rId7">
            <a:extLst/>
          </a:blip>
          <a:stretch>
            <a:fillRect/>
          </a:stretch>
        </p:blipFill>
        <p:spPr>
          <a:xfrm>
            <a:off x="-112529" y="5522981"/>
            <a:ext cx="1943085" cy="1298439"/>
          </a:xfrm>
          <a:prstGeom prst="rect">
            <a:avLst/>
          </a:prstGeom>
          <a:ln w="12700">
            <a:miter lim="400000"/>
          </a:ln>
        </p:spPr>
      </p:pic>
      <p:pic>
        <p:nvPicPr>
          <p:cNvPr id="385" name="pasted-movie.png" descr="pasted-movie.png"/>
          <p:cNvPicPr>
            <a:picLocks noChangeAspect="1"/>
          </p:cNvPicPr>
          <p:nvPr/>
        </p:nvPicPr>
        <p:blipFill>
          <a:blip r:embed="rId8">
            <a:extLst/>
          </a:blip>
          <a:stretch>
            <a:fillRect/>
          </a:stretch>
        </p:blipFill>
        <p:spPr>
          <a:xfrm>
            <a:off x="6671625" y="252751"/>
            <a:ext cx="5393268" cy="1464734"/>
          </a:xfrm>
          <a:prstGeom prst="rect">
            <a:avLst/>
          </a:prstGeom>
          <a:ln w="12700">
            <a:miter lim="400000"/>
          </a:ln>
        </p:spPr>
      </p:pic>
      <p:pic>
        <p:nvPicPr>
          <p:cNvPr id="386" name="pasted-movie.png" descr="pasted-movie.png"/>
          <p:cNvPicPr>
            <a:picLocks noChangeAspect="1"/>
          </p:cNvPicPr>
          <p:nvPr/>
        </p:nvPicPr>
        <p:blipFill>
          <a:blip r:embed="rId9">
            <a:extLst/>
          </a:blip>
          <a:stretch>
            <a:fillRect/>
          </a:stretch>
        </p:blipFill>
        <p:spPr>
          <a:xfrm>
            <a:off x="6671625" y="2530483"/>
            <a:ext cx="5393268" cy="1481668"/>
          </a:xfrm>
          <a:prstGeom prst="rect">
            <a:avLst/>
          </a:prstGeom>
          <a:ln w="12700">
            <a:miter lim="400000"/>
          </a:ln>
        </p:spPr>
      </p:pic>
      <p:pic>
        <p:nvPicPr>
          <p:cNvPr id="387" name="pasted-movie.png" descr="pasted-movie.png"/>
          <p:cNvPicPr>
            <a:picLocks noChangeAspect="1"/>
          </p:cNvPicPr>
          <p:nvPr/>
        </p:nvPicPr>
        <p:blipFill>
          <a:blip r:embed="rId10">
            <a:extLst/>
          </a:blip>
          <a:stretch>
            <a:fillRect/>
          </a:stretch>
        </p:blipFill>
        <p:spPr>
          <a:xfrm>
            <a:off x="6671625" y="4820915"/>
            <a:ext cx="5393268" cy="1473201"/>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9" name="AutoShape 2"/>
          <p:cNvSpPr/>
          <p:nvPr/>
        </p:nvSpPr>
        <p:spPr>
          <a:xfrm rot="10800000">
            <a:off x="-1" y="-1"/>
            <a:ext cx="2459135" cy="6858001"/>
          </a:xfrm>
          <a:prstGeom prst="rect">
            <a:avLst/>
          </a:prstGeom>
          <a:solidFill>
            <a:srgbClr val="DC640D"/>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90" name="Freeform 3"/>
          <p:cNvSpPr/>
          <p:nvPr/>
        </p:nvSpPr>
        <p:spPr>
          <a:xfrm>
            <a:off x="-69851" y="4416210"/>
            <a:ext cx="2528985" cy="2528985"/>
          </a:xfrm>
          <a:prstGeom prst="rect">
            <a:avLst/>
          </a:prstGeom>
          <a:blipFill>
            <a:blip r:embed="rId2"/>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91" name="Freeform 5"/>
          <p:cNvSpPr/>
          <p:nvPr/>
        </p:nvSpPr>
        <p:spPr>
          <a:xfrm>
            <a:off x="9747190" y="4649085"/>
            <a:ext cx="1978486" cy="1978486"/>
          </a:xfrm>
          <a:prstGeom prst="rect">
            <a:avLst/>
          </a:prstGeom>
          <a:blipFill>
            <a:blip r:embed="rId3"/>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92" name="Freeform 6"/>
          <p:cNvSpPr/>
          <p:nvPr/>
        </p:nvSpPr>
        <p:spPr>
          <a:xfrm>
            <a:off x="256526" y="334756"/>
            <a:ext cx="1978486" cy="1978487"/>
          </a:xfrm>
          <a:prstGeom prst="rect">
            <a:avLst/>
          </a:prstGeom>
          <a:blipFill>
            <a:blip r:embed="rId4"/>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93" name="Freeform 7"/>
          <p:cNvSpPr/>
          <p:nvPr/>
        </p:nvSpPr>
        <p:spPr>
          <a:xfrm>
            <a:off x="7762550" y="334757"/>
            <a:ext cx="3858958" cy="2894219"/>
          </a:xfrm>
          <a:prstGeom prst="rect">
            <a:avLst/>
          </a:prstGeom>
          <a:blipFill>
            <a:blip r:embed="rId5"/>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94" name="Freeform 8"/>
          <p:cNvSpPr/>
          <p:nvPr/>
        </p:nvSpPr>
        <p:spPr>
          <a:xfrm>
            <a:off x="2611721" y="3247440"/>
            <a:ext cx="5150830" cy="3226258"/>
          </a:xfrm>
          <a:prstGeom prst="rect">
            <a:avLst/>
          </a:prstGeom>
          <a:blipFill>
            <a:blip r:embed="rId6"/>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395" name="TextBox 9"/>
          <p:cNvSpPr txBox="1"/>
          <p:nvPr/>
        </p:nvSpPr>
        <p:spPr>
          <a:xfrm>
            <a:off x="223099" y="3225800"/>
            <a:ext cx="2045340" cy="40419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609600">
              <a:lnSpc>
                <a:spcPts val="3100"/>
              </a:lnSpc>
              <a:defRPr sz="2600">
                <a:solidFill>
                  <a:srgbClr val="FFFFFF"/>
                </a:solidFill>
                <a:latin typeface="Futura Bold"/>
                <a:ea typeface="Futura Bold"/>
                <a:cs typeface="Futura Bold"/>
                <a:sym typeface="Futura Bold"/>
              </a:defRPr>
            </a:lvl1pPr>
          </a:lstStyle>
          <a:p>
            <a:pPr/>
            <a:r>
              <a:t>BERATUNG</a:t>
            </a:r>
          </a:p>
        </p:txBody>
      </p:sp>
      <p:sp>
        <p:nvSpPr>
          <p:cNvPr id="396" name="TextBox 10"/>
          <p:cNvSpPr txBox="1"/>
          <p:nvPr/>
        </p:nvSpPr>
        <p:spPr>
          <a:xfrm>
            <a:off x="2612745" y="291894"/>
            <a:ext cx="4684975" cy="274892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609600">
              <a:lnSpc>
                <a:spcPts val="1600"/>
              </a:lnSpc>
              <a:defRPr sz="1200" u="sng">
                <a:solidFill>
                  <a:srgbClr val="B0073A"/>
                </a:solidFill>
                <a:latin typeface="Futura Bold"/>
                <a:ea typeface="Futura Bold"/>
                <a:cs typeface="Futura Bold"/>
                <a:sym typeface="Futura Bold"/>
              </a:defRPr>
            </a:pPr>
            <a:r>
              <a:t>KI-Sprechstunde</a:t>
            </a:r>
          </a:p>
          <a:p>
            <a:pPr lvl="1" marL="323856" indent="-129542" defTabSz="609600">
              <a:lnSpc>
                <a:spcPts val="1600"/>
              </a:lnSpc>
              <a:buSzPct val="100000"/>
              <a:buFont typeface="Arial"/>
              <a:buChar char="•"/>
              <a:defRPr sz="1200">
                <a:solidFill>
                  <a:srgbClr val="000000"/>
                </a:solidFill>
                <a:latin typeface="Futura"/>
                <a:ea typeface="Futura"/>
                <a:cs typeface="Futura"/>
                <a:sym typeface="Futura"/>
              </a:defRPr>
            </a:pPr>
            <a:r>
              <a:t>Beantwortung von Fragen:</a:t>
            </a:r>
          </a:p>
          <a:p>
            <a:pPr lvl="2" marL="690895" indent="-172723" defTabSz="609600">
              <a:lnSpc>
                <a:spcPts val="1600"/>
              </a:lnSpc>
              <a:buSzPct val="100000"/>
              <a:buFont typeface="Arial"/>
              <a:buChar char="⚬"/>
              <a:defRPr sz="1200">
                <a:solidFill>
                  <a:srgbClr val="000000"/>
                </a:solidFill>
                <a:latin typeface="Futura"/>
                <a:ea typeface="Futura"/>
                <a:cs typeface="Futura"/>
                <a:sym typeface="Futura"/>
              </a:defRPr>
            </a:pPr>
            <a:r>
              <a:t>zu KI-Infrastruktur</a:t>
            </a:r>
          </a:p>
          <a:p>
            <a:pPr lvl="2" marL="690895" indent="-172723" defTabSz="609600">
              <a:lnSpc>
                <a:spcPts val="1600"/>
              </a:lnSpc>
              <a:buSzPct val="100000"/>
              <a:buFont typeface="Arial"/>
              <a:buChar char="⚬"/>
              <a:defRPr sz="1200">
                <a:solidFill>
                  <a:srgbClr val="000000"/>
                </a:solidFill>
                <a:latin typeface="Futura"/>
                <a:ea typeface="Futura"/>
                <a:cs typeface="Futura"/>
                <a:sym typeface="Futura"/>
              </a:defRPr>
            </a:pPr>
            <a:r>
              <a:t>zu KI-Modellen &amp; Frameworks</a:t>
            </a:r>
          </a:p>
          <a:p>
            <a:pPr defTabSz="609600">
              <a:lnSpc>
                <a:spcPts val="1600"/>
              </a:lnSpc>
              <a:defRPr sz="1200">
                <a:solidFill>
                  <a:srgbClr val="000000"/>
                </a:solidFill>
                <a:latin typeface="Futura"/>
                <a:ea typeface="Futura"/>
                <a:cs typeface="Futura"/>
                <a:sym typeface="Futura"/>
              </a:defRPr>
            </a:pPr>
          </a:p>
          <a:p>
            <a:pPr defTabSz="609600">
              <a:lnSpc>
                <a:spcPts val="1600"/>
              </a:lnSpc>
              <a:defRPr sz="1200" u="sng">
                <a:solidFill>
                  <a:srgbClr val="DC640D"/>
                </a:solidFill>
                <a:latin typeface="Futura Bold"/>
                <a:ea typeface="Futura Bold"/>
                <a:cs typeface="Futura Bold"/>
                <a:sym typeface="Futura Bold"/>
              </a:defRPr>
            </a:pPr>
            <a:r>
              <a:t>KI-Pilotprojekte</a:t>
            </a:r>
          </a:p>
          <a:p>
            <a:pPr lvl="1" marL="323856" indent="-129542" defTabSz="609600">
              <a:lnSpc>
                <a:spcPts val="1600"/>
              </a:lnSpc>
              <a:buSzPct val="100000"/>
              <a:buFont typeface="Arial"/>
              <a:buChar char="•"/>
              <a:defRPr sz="1200">
                <a:solidFill>
                  <a:srgbClr val="000000"/>
                </a:solidFill>
                <a:latin typeface="Futura"/>
                <a:ea typeface="Futura"/>
                <a:cs typeface="Futura"/>
                <a:sym typeface="Futura"/>
              </a:defRPr>
            </a:pPr>
            <a:r>
              <a:t>Co-Entwicklung eines Prototyps</a:t>
            </a:r>
          </a:p>
          <a:p>
            <a:pPr lvl="1" marL="323856" indent="-129542" defTabSz="609600">
              <a:lnSpc>
                <a:spcPts val="1600"/>
              </a:lnSpc>
              <a:buSzPct val="100000"/>
              <a:buFont typeface="Arial"/>
              <a:buChar char="•"/>
              <a:defRPr sz="1200">
                <a:solidFill>
                  <a:srgbClr val="000000"/>
                </a:solidFill>
                <a:latin typeface="Futura"/>
                <a:ea typeface="Futura"/>
                <a:cs typeface="Futura"/>
                <a:sym typeface="Futura"/>
              </a:defRPr>
            </a:pPr>
            <a:r>
              <a:t>Bewerbung alle drei Monate</a:t>
            </a:r>
          </a:p>
          <a:p>
            <a:pPr lvl="1" marL="323856" indent="-129542" defTabSz="609600">
              <a:lnSpc>
                <a:spcPts val="1600"/>
              </a:lnSpc>
              <a:buSzPct val="100000"/>
              <a:buFont typeface="Arial"/>
              <a:buChar char="•"/>
              <a:defRPr sz="1200">
                <a:solidFill>
                  <a:srgbClr val="000000"/>
                </a:solidFill>
                <a:latin typeface="Futura"/>
                <a:ea typeface="Futura"/>
                <a:cs typeface="Futura"/>
                <a:sym typeface="Futura"/>
              </a:defRPr>
            </a:pPr>
            <a:r>
              <a:t>Auswahlkriterien z.B. KI-Reife, Gemeinwohl</a:t>
            </a:r>
          </a:p>
          <a:p>
            <a:pPr lvl="1" marL="323856" indent="-129542" defTabSz="609600">
              <a:lnSpc>
                <a:spcPts val="1600"/>
              </a:lnSpc>
              <a:buSzPct val="100000"/>
              <a:buFont typeface="Arial"/>
              <a:buChar char="•"/>
              <a:defRPr sz="1200">
                <a:solidFill>
                  <a:srgbClr val="000000"/>
                </a:solidFill>
                <a:latin typeface="Futura"/>
                <a:ea typeface="Futura"/>
                <a:cs typeface="Futura"/>
                <a:sym typeface="Futura"/>
              </a:defRPr>
            </a:pPr>
            <a:r>
              <a:t>Veröffentlichung der Ergebnisse</a:t>
            </a:r>
          </a:p>
          <a:p>
            <a:pPr defTabSz="609600">
              <a:lnSpc>
                <a:spcPts val="1600"/>
              </a:lnSpc>
              <a:defRPr sz="1200">
                <a:solidFill>
                  <a:srgbClr val="000000"/>
                </a:solidFill>
                <a:latin typeface="Futura"/>
                <a:ea typeface="Futura"/>
                <a:cs typeface="Futura"/>
                <a:sym typeface="Futura"/>
              </a:defRPr>
            </a:pPr>
          </a:p>
          <a:p>
            <a:pPr defTabSz="609600">
              <a:lnSpc>
                <a:spcPts val="1600"/>
              </a:lnSpc>
              <a:defRPr sz="1200" u="sng">
                <a:solidFill>
                  <a:schemeClr val="accent3"/>
                </a:solidFill>
                <a:latin typeface="Futura Bold"/>
                <a:ea typeface="Futura Bold"/>
                <a:cs typeface="Futura Bold"/>
                <a:sym typeface="Futura Bold"/>
              </a:defRPr>
            </a:pPr>
            <a:r>
              <a:t>Kooperationen</a:t>
            </a:r>
          </a:p>
          <a:p>
            <a:pPr lvl="1" marL="323856" indent="-129542" defTabSz="609600">
              <a:lnSpc>
                <a:spcPts val="1600"/>
              </a:lnSpc>
              <a:buSzPct val="100000"/>
              <a:buFont typeface="Arial"/>
              <a:buChar char="•"/>
              <a:defRPr sz="1200">
                <a:solidFill>
                  <a:srgbClr val="000000"/>
                </a:solidFill>
                <a:latin typeface="Futura"/>
                <a:ea typeface="Futura"/>
                <a:cs typeface="Futura"/>
                <a:sym typeface="Futura"/>
              </a:defRPr>
            </a:pPr>
            <a:r>
              <a:t>Gemeinsam organisierte Netzwerktreffen </a:t>
            </a:r>
          </a:p>
        </p:txBody>
      </p:sp>
      <p:sp>
        <p:nvSpPr>
          <p:cNvPr id="397" name="TextBox 11"/>
          <p:cNvSpPr txBox="1"/>
          <p:nvPr/>
        </p:nvSpPr>
        <p:spPr>
          <a:xfrm>
            <a:off x="10445987" y="6545808"/>
            <a:ext cx="1142030" cy="1651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609600">
              <a:lnSpc>
                <a:spcPts val="1300"/>
              </a:lnSpc>
              <a:defRPr sz="900" u="sng">
                <a:solidFill>
                  <a:srgbClr val="DC640D"/>
                </a:solidFill>
                <a:latin typeface="Futura Bold"/>
                <a:ea typeface="Futura Bold"/>
                <a:cs typeface="Futura Bold"/>
                <a:sym typeface="Futura Bold"/>
              </a:defRPr>
            </a:lvl1pPr>
          </a:lstStyle>
          <a:p>
            <a:pPr/>
            <a:r>
              <a:t>Jetzt bewerben!</a:t>
            </a:r>
          </a:p>
        </p:txBody>
      </p:sp>
      <p:sp>
        <p:nvSpPr>
          <p:cNvPr id="398" name="TextBox 12"/>
          <p:cNvSpPr txBox="1"/>
          <p:nvPr/>
        </p:nvSpPr>
        <p:spPr>
          <a:xfrm>
            <a:off x="5295892" y="6468935"/>
            <a:ext cx="2466659" cy="1752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609600">
              <a:lnSpc>
                <a:spcPts val="1400"/>
              </a:lnSpc>
              <a:defRPr sz="1000" u="sng">
                <a:solidFill>
                  <a:srgbClr val="DC640D"/>
                </a:solidFill>
                <a:latin typeface="Futura Bold"/>
                <a:ea typeface="Futura Bold"/>
                <a:cs typeface="Futura Bold"/>
                <a:sym typeface="Futura Bold"/>
              </a:defRPr>
            </a:lvl1pPr>
          </a:lstStyle>
          <a:p>
            <a:pPr/>
            <a:r>
              <a:t>github.com/aihpi/leichte-sprache</a:t>
            </a:r>
          </a:p>
        </p:txBody>
      </p:sp>
      <p:sp>
        <p:nvSpPr>
          <p:cNvPr id="399" name="TextBox 13"/>
          <p:cNvSpPr txBox="1"/>
          <p:nvPr/>
        </p:nvSpPr>
        <p:spPr>
          <a:xfrm>
            <a:off x="8031962" y="3386137"/>
            <a:ext cx="3589547" cy="147892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609600">
              <a:lnSpc>
                <a:spcPts val="1600"/>
              </a:lnSpc>
              <a:defRPr sz="1200">
                <a:solidFill>
                  <a:srgbClr val="000000"/>
                </a:solidFill>
                <a:latin typeface="Futura Bold"/>
                <a:ea typeface="Futura Bold"/>
                <a:cs typeface="Futura Bold"/>
                <a:sym typeface="Futura Bold"/>
              </a:defRPr>
            </a:pPr>
            <a:r>
              <a:t>Bisherige KI-Pilotprojekte</a:t>
            </a:r>
          </a:p>
          <a:p>
            <a:pPr lvl="1" marL="323856" indent="-129542" defTabSz="609600">
              <a:lnSpc>
                <a:spcPts val="1600"/>
              </a:lnSpc>
              <a:buSzPct val="100000"/>
              <a:buFont typeface="Arial"/>
              <a:buChar char="•"/>
              <a:defRPr sz="1200">
                <a:solidFill>
                  <a:srgbClr val="000000"/>
                </a:solidFill>
                <a:latin typeface="Futura"/>
                <a:ea typeface="Futura"/>
                <a:cs typeface="Futura"/>
                <a:sym typeface="Futura"/>
              </a:defRPr>
            </a:pPr>
            <a:r>
              <a:t>Generierung Mathematik-Problemen</a:t>
            </a:r>
          </a:p>
          <a:p>
            <a:pPr lvl="1" marL="323856" indent="-129542" defTabSz="609600">
              <a:lnSpc>
                <a:spcPts val="1600"/>
              </a:lnSpc>
              <a:buSzPct val="100000"/>
              <a:buFont typeface="Arial"/>
              <a:buChar char="•"/>
              <a:defRPr sz="1200">
                <a:solidFill>
                  <a:srgbClr val="000000"/>
                </a:solidFill>
                <a:latin typeface="Futura"/>
                <a:ea typeface="Futura"/>
                <a:cs typeface="Futura"/>
                <a:sym typeface="Futura"/>
              </a:defRPr>
            </a:pPr>
            <a:r>
              <a:t>Leichte Sprache</a:t>
            </a:r>
          </a:p>
          <a:p>
            <a:pPr lvl="1" marL="323856" indent="-129542" defTabSz="609600">
              <a:lnSpc>
                <a:spcPts val="1600"/>
              </a:lnSpc>
              <a:buSzPct val="100000"/>
              <a:buFont typeface="Arial"/>
              <a:buChar char="•"/>
              <a:defRPr sz="1200">
                <a:solidFill>
                  <a:srgbClr val="000000"/>
                </a:solidFill>
                <a:latin typeface="Futura"/>
                <a:ea typeface="Futura"/>
                <a:cs typeface="Futura"/>
                <a:sym typeface="Futura"/>
              </a:defRPr>
            </a:pPr>
            <a:r>
              <a:t>Generierung von Upcycling Vorschlägen</a:t>
            </a:r>
          </a:p>
          <a:p>
            <a:pPr lvl="1" marL="323856" indent="-129542" defTabSz="609600">
              <a:lnSpc>
                <a:spcPts val="1600"/>
              </a:lnSpc>
              <a:buSzPct val="100000"/>
              <a:buFont typeface="Arial"/>
              <a:buChar char="•"/>
              <a:defRPr sz="1200">
                <a:solidFill>
                  <a:srgbClr val="000000"/>
                </a:solidFill>
                <a:latin typeface="Futura"/>
                <a:ea typeface="Futura"/>
                <a:cs typeface="Futura"/>
                <a:sym typeface="Futura"/>
              </a:defRPr>
            </a:pPr>
            <a:r>
              <a:t>Reduzierung von Food Waste</a:t>
            </a:r>
          </a:p>
          <a:p>
            <a:pPr lvl="1" marL="323856" indent="-129542" defTabSz="609600">
              <a:lnSpc>
                <a:spcPts val="1600"/>
              </a:lnSpc>
              <a:buSzPct val="100000"/>
              <a:buFont typeface="Arial"/>
              <a:buChar char="•"/>
              <a:defRPr sz="1200">
                <a:solidFill>
                  <a:srgbClr val="000000"/>
                </a:solidFill>
                <a:latin typeface="Futura"/>
                <a:ea typeface="Futura"/>
                <a:cs typeface="Futura"/>
                <a:sym typeface="Futura"/>
              </a:defRPr>
            </a:pPr>
            <a:r>
              <a:t>Datierung mittels Handschrift</a:t>
            </a:r>
          </a:p>
        </p:txBody>
      </p:sp>
      <p:sp>
        <p:nvSpPr>
          <p:cNvPr id="400" name="TextBox 14"/>
          <p:cNvSpPr txBox="1"/>
          <p:nvPr/>
        </p:nvSpPr>
        <p:spPr>
          <a:xfrm>
            <a:off x="-117990" y="2317024"/>
            <a:ext cx="2353002" cy="1752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609600">
              <a:lnSpc>
                <a:spcPts val="1400"/>
              </a:lnSpc>
              <a:defRPr sz="1000">
                <a:solidFill>
                  <a:srgbClr val="FFFFFF"/>
                </a:solidFill>
                <a:latin typeface="Futura Bold"/>
                <a:ea typeface="Futura Bold"/>
                <a:cs typeface="Futura Bold"/>
                <a:sym typeface="Futura Bold"/>
              </a:defRPr>
            </a:lvl1pPr>
          </a:lstStyle>
          <a:p>
            <a:pPr/>
            <a:r>
              <a:t>Sprechstunde buchen</a:t>
            </a:r>
          </a:p>
        </p:txBody>
      </p:sp>
      <p:pic>
        <p:nvPicPr>
          <p:cNvPr id="401" name="Picture 15" descr="Picture 15"/>
          <p:cNvPicPr>
            <a:picLocks noChangeAspect="1"/>
          </p:cNvPicPr>
          <p:nvPr/>
        </p:nvPicPr>
        <p:blipFill>
          <a:blip r:embed="rId7">
            <a:extLst/>
          </a:blip>
          <a:stretch>
            <a:fillRect/>
          </a:stretch>
        </p:blipFill>
        <p:spPr>
          <a:xfrm>
            <a:off x="-112529" y="5522981"/>
            <a:ext cx="1943085" cy="1298439"/>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3" name="AutoShape 2"/>
          <p:cNvSpPr/>
          <p:nvPr/>
        </p:nvSpPr>
        <p:spPr>
          <a:xfrm rot="10800000">
            <a:off x="-1" y="-1"/>
            <a:ext cx="2459135" cy="6858001"/>
          </a:xfrm>
          <a:prstGeom prst="rect">
            <a:avLst/>
          </a:prstGeom>
          <a:solidFill>
            <a:srgbClr val="000000"/>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404" name="Freeform 3"/>
          <p:cNvSpPr/>
          <p:nvPr/>
        </p:nvSpPr>
        <p:spPr>
          <a:xfrm>
            <a:off x="-69851" y="4416210"/>
            <a:ext cx="2528985" cy="2528985"/>
          </a:xfrm>
          <a:prstGeom prst="rect">
            <a:avLst/>
          </a:prstGeom>
          <a:blipFill>
            <a:blip r:embed="rId2"/>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405" name="Freeform 5"/>
          <p:cNvSpPr/>
          <p:nvPr/>
        </p:nvSpPr>
        <p:spPr>
          <a:xfrm>
            <a:off x="2678535" y="133789"/>
            <a:ext cx="4901926" cy="2696916"/>
          </a:xfrm>
          <a:prstGeom prst="rect">
            <a:avLst/>
          </a:prstGeom>
          <a:blipFill>
            <a:blip r:embed="rId3"/>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406" name="TextBox 6"/>
          <p:cNvSpPr txBox="1"/>
          <p:nvPr/>
        </p:nvSpPr>
        <p:spPr>
          <a:xfrm>
            <a:off x="-53648" y="3260431"/>
            <a:ext cx="2528984" cy="33697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defTabSz="609600">
              <a:lnSpc>
                <a:spcPts val="2600"/>
              </a:lnSpc>
              <a:defRPr b="1" sz="2000">
                <a:solidFill>
                  <a:srgbClr val="FFFFFF"/>
                </a:solidFill>
                <a:latin typeface="Codec Pro Bold"/>
                <a:ea typeface="Codec Pro Bold"/>
                <a:cs typeface="Codec Pro Bold"/>
                <a:sym typeface="Codec Pro Bold"/>
              </a:defRPr>
            </a:pPr>
            <a:r>
              <a:rPr b="0">
                <a:latin typeface="Futura Bold"/>
                <a:ea typeface="Futura Bold"/>
                <a:cs typeface="Futura Bold"/>
                <a:sym typeface="Futura Bold"/>
              </a:rPr>
              <a:t>INFRASTRUKTUR</a:t>
            </a:r>
            <a:r>
              <a:t> </a:t>
            </a:r>
          </a:p>
        </p:txBody>
      </p:sp>
      <p:sp>
        <p:nvSpPr>
          <p:cNvPr id="407" name="Freeform 7"/>
          <p:cNvSpPr/>
          <p:nvPr/>
        </p:nvSpPr>
        <p:spPr>
          <a:xfrm>
            <a:off x="2678535" y="2981277"/>
            <a:ext cx="4901926" cy="3719181"/>
          </a:xfrm>
          <a:prstGeom prst="rect">
            <a:avLst/>
          </a:prstGeom>
          <a:blipFill>
            <a:blip r:embed="rId4"/>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408" name="TextBox 8"/>
          <p:cNvSpPr txBox="1"/>
          <p:nvPr/>
        </p:nvSpPr>
        <p:spPr>
          <a:xfrm>
            <a:off x="7783659" y="2835201"/>
            <a:ext cx="1680056" cy="40113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609600">
              <a:lnSpc>
                <a:spcPts val="1600"/>
              </a:lnSpc>
              <a:defRPr b="1" sz="1200">
                <a:solidFill>
                  <a:srgbClr val="DC640D"/>
                </a:solidFill>
              </a:defRPr>
            </a:pPr>
            <a:r>
              <a:t>Training</a:t>
            </a:r>
          </a:p>
          <a:p>
            <a:pPr lvl="1" marL="323850" indent="-129539" defTabSz="609600">
              <a:lnSpc>
                <a:spcPts val="1600"/>
              </a:lnSpc>
              <a:buSzPct val="100000"/>
              <a:buFont typeface="Arial"/>
              <a:buChar char="•"/>
              <a:defRPr sz="1200">
                <a:solidFill>
                  <a:srgbClr val="000000"/>
                </a:solidFill>
              </a:defRPr>
            </a:pPr>
            <a:r>
              <a:t>64 NVIDIA H100 GPU</a:t>
            </a:r>
          </a:p>
          <a:p>
            <a:pPr defTabSz="609600">
              <a:lnSpc>
                <a:spcPts val="1600"/>
              </a:lnSpc>
              <a:defRPr sz="1200">
                <a:solidFill>
                  <a:srgbClr val="000000"/>
                </a:solidFill>
              </a:defRPr>
            </a:pPr>
          </a:p>
          <a:p>
            <a:pPr defTabSz="609600">
              <a:lnSpc>
                <a:spcPts val="1600"/>
              </a:lnSpc>
              <a:defRPr b="1" sz="1200">
                <a:solidFill>
                  <a:srgbClr val="DC640D"/>
                </a:solidFill>
              </a:defRPr>
            </a:pPr>
            <a:r>
              <a:t>Inferenz</a:t>
            </a:r>
          </a:p>
          <a:p>
            <a:pPr lvl="1" marL="323850" indent="-129539" defTabSz="609600">
              <a:lnSpc>
                <a:spcPts val="1600"/>
              </a:lnSpc>
              <a:buSzPct val="100000"/>
              <a:buFont typeface="Arial"/>
              <a:buChar char="•"/>
              <a:defRPr sz="1200">
                <a:solidFill>
                  <a:srgbClr val="000000"/>
                </a:solidFill>
              </a:defRPr>
            </a:pPr>
            <a:r>
              <a:t>40 NVIDIA A30 GPU</a:t>
            </a:r>
          </a:p>
          <a:p>
            <a:pPr defTabSz="609600">
              <a:lnSpc>
                <a:spcPts val="1600"/>
              </a:lnSpc>
              <a:defRPr sz="1200">
                <a:solidFill>
                  <a:srgbClr val="000000"/>
                </a:solidFill>
              </a:defRPr>
            </a:pPr>
          </a:p>
          <a:p>
            <a:pPr defTabSz="609600">
              <a:lnSpc>
                <a:spcPts val="1600"/>
              </a:lnSpc>
              <a:defRPr b="1" sz="1200">
                <a:solidFill>
                  <a:srgbClr val="DC640D"/>
                </a:solidFill>
              </a:defRPr>
            </a:pPr>
            <a:r>
              <a:t>ARM Server</a:t>
            </a:r>
          </a:p>
          <a:p>
            <a:pPr lvl="1" marL="323850" indent="-129539" defTabSz="609600">
              <a:lnSpc>
                <a:spcPts val="1600"/>
              </a:lnSpc>
              <a:buSzPct val="100000"/>
              <a:buFont typeface="Arial"/>
              <a:buChar char="•"/>
              <a:defRPr sz="1200">
                <a:solidFill>
                  <a:srgbClr val="000000"/>
                </a:solidFill>
              </a:defRPr>
            </a:pPr>
            <a:r>
              <a:t>Ampere Altra Max M128-30 CPU</a:t>
            </a:r>
          </a:p>
          <a:p>
            <a:pPr lvl="1" marL="323850" indent="-129539" defTabSz="609600">
              <a:lnSpc>
                <a:spcPts val="1600"/>
              </a:lnSpc>
              <a:buSzPct val="100000"/>
              <a:buFont typeface="Arial"/>
              <a:buChar char="•"/>
              <a:defRPr sz="1200">
                <a:solidFill>
                  <a:srgbClr val="000000"/>
                </a:solidFill>
              </a:defRPr>
            </a:pPr>
            <a:r>
              <a:t>2 x NVIDIA L40 GPUs</a:t>
            </a:r>
          </a:p>
          <a:p>
            <a:pPr defTabSz="609600">
              <a:lnSpc>
                <a:spcPts val="1600"/>
              </a:lnSpc>
              <a:defRPr sz="1200">
                <a:solidFill>
                  <a:srgbClr val="000000"/>
                </a:solidFill>
              </a:defRPr>
            </a:pPr>
          </a:p>
          <a:p>
            <a:pPr defTabSz="609600">
              <a:lnSpc>
                <a:spcPts val="1600"/>
              </a:lnSpc>
              <a:defRPr b="1" sz="1200">
                <a:solidFill>
                  <a:srgbClr val="DC640D"/>
                </a:solidFill>
              </a:defRPr>
            </a:pPr>
            <a:r>
              <a:t>GPU Server</a:t>
            </a:r>
          </a:p>
          <a:p>
            <a:pPr lvl="1" marL="323850" indent="-129539" defTabSz="609600">
              <a:lnSpc>
                <a:spcPts val="1600"/>
              </a:lnSpc>
              <a:buSzPct val="100000"/>
              <a:buFont typeface="Arial"/>
              <a:buChar char="•"/>
              <a:defRPr sz="1200">
                <a:solidFill>
                  <a:srgbClr val="000000"/>
                </a:solidFill>
              </a:defRPr>
            </a:pPr>
            <a:r>
              <a:t>AMD Epyc CPU</a:t>
            </a:r>
          </a:p>
          <a:p>
            <a:pPr lvl="1" marL="323850" indent="-129539" defTabSz="609600">
              <a:lnSpc>
                <a:spcPts val="1600"/>
              </a:lnSpc>
              <a:buSzPct val="100000"/>
              <a:buFont typeface="Arial"/>
              <a:buChar char="•"/>
              <a:defRPr sz="1200">
                <a:solidFill>
                  <a:srgbClr val="000000"/>
                </a:solidFill>
              </a:defRPr>
            </a:pPr>
            <a:r>
              <a:t>8 x NVIDIA L40S GPU</a:t>
            </a:r>
          </a:p>
        </p:txBody>
      </p:sp>
      <p:sp>
        <p:nvSpPr>
          <p:cNvPr id="409" name="TextBox 9"/>
          <p:cNvSpPr txBox="1"/>
          <p:nvPr/>
        </p:nvSpPr>
        <p:spPr>
          <a:xfrm>
            <a:off x="288253" y="2456927"/>
            <a:ext cx="1932030" cy="1752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609600">
              <a:lnSpc>
                <a:spcPts val="1400"/>
              </a:lnSpc>
              <a:defRPr sz="1000" u="sng">
                <a:solidFill>
                  <a:srgbClr val="FFFFFF"/>
                </a:solidFill>
                <a:latin typeface="Futura Bold"/>
                <a:ea typeface="Futura Bold"/>
                <a:cs typeface="Futura Bold"/>
                <a:sym typeface="Futura Bold"/>
              </a:defRPr>
            </a:lvl1pPr>
          </a:lstStyle>
          <a:p>
            <a:pPr/>
            <a:r>
              <a:t>aisc.hpi.de</a:t>
            </a:r>
          </a:p>
        </p:txBody>
      </p:sp>
      <p:sp>
        <p:nvSpPr>
          <p:cNvPr id="410" name="TextBox 10"/>
          <p:cNvSpPr txBox="1"/>
          <p:nvPr/>
        </p:nvSpPr>
        <p:spPr>
          <a:xfrm>
            <a:off x="-132719" y="2280837"/>
            <a:ext cx="2353002" cy="1752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defTabSz="609600">
              <a:lnSpc>
                <a:spcPts val="1400"/>
              </a:lnSpc>
              <a:defRPr sz="1000">
                <a:solidFill>
                  <a:srgbClr val="FFFFFF"/>
                </a:solidFill>
                <a:latin typeface="Futura Bold"/>
                <a:ea typeface="Futura Bold"/>
                <a:cs typeface="Futura Bold"/>
                <a:sym typeface="Futura Bold"/>
              </a:defRPr>
            </a:lvl1pPr>
          </a:lstStyle>
          <a:p>
            <a:pPr/>
            <a:r>
              <a:t>Zugangsanfrage</a:t>
            </a:r>
          </a:p>
        </p:txBody>
      </p:sp>
      <p:sp>
        <p:nvSpPr>
          <p:cNvPr id="411" name="TextBox 11"/>
          <p:cNvSpPr txBox="1"/>
          <p:nvPr/>
        </p:nvSpPr>
        <p:spPr>
          <a:xfrm>
            <a:off x="7698108" y="315707"/>
            <a:ext cx="3612558" cy="231799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1" marL="323850" indent="-129539" defTabSz="609600">
              <a:lnSpc>
                <a:spcPts val="1600"/>
              </a:lnSpc>
              <a:buSzPct val="100000"/>
              <a:buFont typeface="Arial"/>
              <a:buChar char="•"/>
              <a:defRPr sz="1200">
                <a:solidFill>
                  <a:srgbClr val="000000"/>
                </a:solidFill>
              </a:defRPr>
            </a:pPr>
            <a:r>
              <a:t>Zugang </a:t>
            </a:r>
            <a:r>
              <a:rPr b="1">
                <a:solidFill>
                  <a:srgbClr val="DC640D"/>
                </a:solidFill>
              </a:rPr>
              <a:t>kostenfrei</a:t>
            </a:r>
            <a:endParaRPr b="1">
              <a:solidFill>
                <a:srgbClr val="DC640D"/>
              </a:solidFill>
            </a:endParaRPr>
          </a:p>
          <a:p>
            <a:pPr lvl="1" marL="323850" indent="-129539" defTabSz="609600">
              <a:lnSpc>
                <a:spcPts val="1600"/>
              </a:lnSpc>
              <a:buSzPct val="100000"/>
              <a:buFont typeface="Arial"/>
              <a:buChar char="•"/>
              <a:defRPr sz="1200">
                <a:solidFill>
                  <a:srgbClr val="000000"/>
                </a:solidFill>
              </a:defRPr>
            </a:pPr>
            <a:r>
              <a:t>Kein Produktionsbetrieb</a:t>
            </a:r>
          </a:p>
          <a:p>
            <a:pPr lvl="2" marL="690880" indent="-172719" defTabSz="609600">
              <a:lnSpc>
                <a:spcPts val="1600"/>
              </a:lnSpc>
              <a:buSzPct val="100000"/>
              <a:buFont typeface="Arial"/>
              <a:buChar char="⚬"/>
              <a:defRPr sz="1200">
                <a:solidFill>
                  <a:srgbClr val="000000"/>
                </a:solidFill>
              </a:defRPr>
            </a:pPr>
            <a:r>
              <a:t>Daten sollten </a:t>
            </a:r>
            <a:r>
              <a:rPr b="1">
                <a:solidFill>
                  <a:srgbClr val="DC640D"/>
                </a:solidFill>
              </a:rPr>
              <a:t>anonymisiert</a:t>
            </a:r>
            <a:r>
              <a:t> oder </a:t>
            </a:r>
            <a:r>
              <a:rPr b="1">
                <a:solidFill>
                  <a:srgbClr val="DC640D"/>
                </a:solidFill>
              </a:rPr>
              <a:t>synthetisiert </a:t>
            </a:r>
            <a:r>
              <a:t>sein</a:t>
            </a:r>
          </a:p>
          <a:p>
            <a:pPr lvl="2" marL="690880" indent="-172719" defTabSz="609600">
              <a:lnSpc>
                <a:spcPts val="1600"/>
              </a:lnSpc>
              <a:buSzPct val="100000"/>
              <a:buFont typeface="Arial"/>
              <a:buChar char="⚬"/>
              <a:defRPr sz="1200">
                <a:solidFill>
                  <a:srgbClr val="000000"/>
                </a:solidFill>
              </a:defRPr>
            </a:pPr>
            <a:r>
              <a:t>kein </a:t>
            </a:r>
            <a:r>
              <a:rPr b="1">
                <a:solidFill>
                  <a:srgbClr val="DC640D"/>
                </a:solidFill>
              </a:rPr>
              <a:t>Hosting </a:t>
            </a:r>
            <a:r>
              <a:t>von Produkten</a:t>
            </a:r>
          </a:p>
          <a:p>
            <a:pPr lvl="1" marL="323850" indent="-129539" defTabSz="609600">
              <a:lnSpc>
                <a:spcPts val="1600"/>
              </a:lnSpc>
              <a:buSzPct val="100000"/>
              <a:buFont typeface="Arial"/>
              <a:buChar char="•"/>
              <a:defRPr b="1" sz="1200">
                <a:solidFill>
                  <a:srgbClr val="DC640D"/>
                </a:solidFill>
              </a:defRPr>
            </a:pPr>
            <a:r>
              <a:t>Reporting </a:t>
            </a:r>
            <a:r>
              <a:rPr b="0">
                <a:solidFill>
                  <a:srgbClr val="000000"/>
                </a:solidFill>
              </a:rPr>
              <a:t>&amp; </a:t>
            </a:r>
            <a:r>
              <a:t>Veröffentlichung </a:t>
            </a:r>
            <a:r>
              <a:rPr b="0">
                <a:solidFill>
                  <a:srgbClr val="000000"/>
                </a:solidFill>
              </a:rPr>
              <a:t>durch Nutzende</a:t>
            </a:r>
            <a:endParaRPr b="0">
              <a:solidFill>
                <a:srgbClr val="000000"/>
              </a:solidFill>
            </a:endParaRPr>
          </a:p>
          <a:p>
            <a:pPr lvl="1" marL="323850" indent="-129539" defTabSz="609600">
              <a:lnSpc>
                <a:spcPts val="1600"/>
              </a:lnSpc>
              <a:buSzPct val="100000"/>
              <a:buFont typeface="Arial"/>
              <a:buChar char="•"/>
              <a:defRPr b="1" sz="1200">
                <a:solidFill>
                  <a:srgbClr val="DC640D"/>
                </a:solidFill>
              </a:defRPr>
            </a:pPr>
            <a:r>
              <a:t>Altrechte </a:t>
            </a:r>
            <a:r>
              <a:rPr b="0">
                <a:solidFill>
                  <a:srgbClr val="000000"/>
                </a:solidFill>
              </a:rPr>
              <a:t>bleiben bei Nutzenden</a:t>
            </a:r>
            <a:endParaRPr b="0">
              <a:solidFill>
                <a:srgbClr val="000000"/>
              </a:solidFill>
            </a:endParaRPr>
          </a:p>
          <a:p>
            <a:pPr lvl="1" marL="323850" indent="-129539" defTabSz="609600">
              <a:lnSpc>
                <a:spcPts val="1600"/>
              </a:lnSpc>
              <a:buSzPct val="100000"/>
              <a:buFont typeface="Arial"/>
              <a:buChar char="•"/>
              <a:defRPr b="1" sz="1200">
                <a:solidFill>
                  <a:srgbClr val="DC640D"/>
                </a:solidFill>
              </a:defRPr>
            </a:pPr>
            <a:r>
              <a:t>Neurechte </a:t>
            </a:r>
            <a:r>
              <a:rPr b="0">
                <a:solidFill>
                  <a:srgbClr val="000000"/>
                </a:solidFill>
              </a:rPr>
              <a:t>bleiben bei Nutzenden</a:t>
            </a:r>
            <a:endParaRPr b="0">
              <a:solidFill>
                <a:srgbClr val="000000"/>
              </a:solidFill>
            </a:endParaRPr>
          </a:p>
          <a:p>
            <a:pPr lvl="2" marL="690880" indent="-172719" defTabSz="609600">
              <a:lnSpc>
                <a:spcPts val="1600"/>
              </a:lnSpc>
              <a:buSzPct val="100000"/>
              <a:buFont typeface="Arial"/>
              <a:buChar char="⚬"/>
              <a:defRPr sz="1200">
                <a:solidFill>
                  <a:srgbClr val="000000"/>
                </a:solidFill>
              </a:defRPr>
            </a:pPr>
            <a:r>
              <a:t>Einräumen von Nutzungsrechten für Forschung und Lehre</a:t>
            </a:r>
          </a:p>
        </p:txBody>
      </p:sp>
      <p:sp>
        <p:nvSpPr>
          <p:cNvPr id="412" name="Freeform 12"/>
          <p:cNvSpPr/>
          <p:nvPr/>
        </p:nvSpPr>
        <p:spPr>
          <a:xfrm>
            <a:off x="274201" y="334757"/>
            <a:ext cx="1946082" cy="1946082"/>
          </a:xfrm>
          <a:prstGeom prst="rect">
            <a:avLst/>
          </a:prstGeom>
          <a:blipFill>
            <a:blip r:embed="rId5"/>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413" name="TextBox 13"/>
          <p:cNvSpPr txBox="1"/>
          <p:nvPr/>
        </p:nvSpPr>
        <p:spPr>
          <a:xfrm>
            <a:off x="9666914" y="2835201"/>
            <a:ext cx="1680056" cy="358799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609600">
              <a:lnSpc>
                <a:spcPts val="1600"/>
              </a:lnSpc>
              <a:defRPr b="1" sz="1200">
                <a:solidFill>
                  <a:srgbClr val="DC640D"/>
                </a:solidFill>
              </a:defRPr>
            </a:pPr>
            <a:r>
              <a:t>Edge</a:t>
            </a:r>
          </a:p>
          <a:p>
            <a:pPr lvl="1" marL="323850" indent="-129539" defTabSz="609600">
              <a:lnSpc>
                <a:spcPts val="1600"/>
              </a:lnSpc>
              <a:buSzPct val="100000"/>
              <a:buFont typeface="Arial"/>
              <a:buChar char="•"/>
              <a:defRPr sz="1200">
                <a:solidFill>
                  <a:srgbClr val="000000"/>
                </a:solidFill>
              </a:defRPr>
            </a:pPr>
            <a:r>
              <a:t>ARMv8 CPU</a:t>
            </a:r>
          </a:p>
          <a:p>
            <a:pPr lvl="1" marL="323850" indent="-129539" defTabSz="609600">
              <a:lnSpc>
                <a:spcPts val="1600"/>
              </a:lnSpc>
              <a:buSzPct val="100000"/>
              <a:buFont typeface="Arial"/>
              <a:buChar char="•"/>
              <a:defRPr sz="1200">
                <a:solidFill>
                  <a:srgbClr val="000000"/>
                </a:solidFill>
              </a:defRPr>
            </a:pPr>
            <a:r>
              <a:t>NVIDIA Jetson AGX Module</a:t>
            </a:r>
          </a:p>
          <a:p>
            <a:pPr defTabSz="609600">
              <a:lnSpc>
                <a:spcPts val="1600"/>
              </a:lnSpc>
              <a:defRPr sz="1200">
                <a:solidFill>
                  <a:srgbClr val="000000"/>
                </a:solidFill>
              </a:defRPr>
            </a:pPr>
          </a:p>
          <a:p>
            <a:pPr defTabSz="609600">
              <a:lnSpc>
                <a:spcPts val="1600"/>
              </a:lnSpc>
              <a:defRPr b="1" sz="1200">
                <a:solidFill>
                  <a:srgbClr val="DC640D"/>
                </a:solidFill>
              </a:defRPr>
            </a:pPr>
            <a:r>
              <a:t>Neuromorph</a:t>
            </a:r>
          </a:p>
          <a:p>
            <a:pPr lvl="1" marL="323850" indent="-129539" defTabSz="609600">
              <a:lnSpc>
                <a:spcPts val="1600"/>
              </a:lnSpc>
              <a:buSzPct val="100000"/>
              <a:buFont typeface="Arial"/>
              <a:buChar char="•"/>
              <a:defRPr sz="1200">
                <a:solidFill>
                  <a:srgbClr val="000000"/>
                </a:solidFill>
              </a:defRPr>
            </a:pPr>
            <a:r>
              <a:t>288 SpiNNaker2 Chips</a:t>
            </a:r>
          </a:p>
          <a:p>
            <a:pPr defTabSz="609600">
              <a:lnSpc>
                <a:spcPts val="1600"/>
              </a:lnSpc>
              <a:defRPr sz="1200">
                <a:solidFill>
                  <a:srgbClr val="000000"/>
                </a:solidFill>
              </a:defRPr>
            </a:pPr>
          </a:p>
          <a:p>
            <a:pPr defTabSz="609600">
              <a:lnSpc>
                <a:spcPts val="1600"/>
              </a:lnSpc>
              <a:defRPr b="1" sz="1200">
                <a:solidFill>
                  <a:srgbClr val="DC640D"/>
                </a:solidFill>
              </a:defRPr>
            </a:pPr>
            <a:r>
              <a:t>Speicher</a:t>
            </a:r>
          </a:p>
          <a:p>
            <a:pPr lvl="1" marL="323850" indent="-129539" defTabSz="609600">
              <a:lnSpc>
                <a:spcPts val="1600"/>
              </a:lnSpc>
              <a:buSzPct val="100000"/>
              <a:buFont typeface="Arial"/>
              <a:buChar char="•"/>
              <a:defRPr sz="1200">
                <a:solidFill>
                  <a:srgbClr val="000000"/>
                </a:solidFill>
              </a:defRPr>
            </a:pPr>
            <a:r>
              <a:t>1.5 PB NVRAM</a:t>
            </a:r>
          </a:p>
          <a:p>
            <a:pPr defTabSz="609600">
              <a:lnSpc>
                <a:spcPts val="1600"/>
              </a:lnSpc>
              <a:defRPr sz="1200">
                <a:solidFill>
                  <a:srgbClr val="000000"/>
                </a:solidFill>
              </a:defRPr>
            </a:pPr>
          </a:p>
          <a:p>
            <a:pPr defTabSz="609600">
              <a:lnSpc>
                <a:spcPts val="1600"/>
              </a:lnSpc>
              <a:defRPr b="1" sz="1200">
                <a:solidFill>
                  <a:srgbClr val="DC640D"/>
                </a:solidFill>
              </a:defRPr>
            </a:pPr>
            <a:r>
              <a:t>Netwerk</a:t>
            </a:r>
          </a:p>
          <a:p>
            <a:pPr lvl="1" marL="323850" indent="-129539" defTabSz="609600">
              <a:lnSpc>
                <a:spcPts val="1600"/>
              </a:lnSpc>
              <a:buSzPct val="100000"/>
              <a:buFont typeface="Arial"/>
              <a:buChar char="•"/>
              <a:defRPr sz="1200">
                <a:solidFill>
                  <a:srgbClr val="000000"/>
                </a:solidFill>
              </a:defRPr>
            </a:pPr>
            <a:r>
              <a:t>400 Gb/s Infiniband</a:t>
            </a:r>
          </a:p>
          <a:p>
            <a:pPr lvl="1" marL="323850" indent="-129539" defTabSz="609600">
              <a:lnSpc>
                <a:spcPts val="1600"/>
              </a:lnSpc>
              <a:buSzPct val="100000"/>
              <a:buFont typeface="Arial"/>
              <a:buChar char="•"/>
              <a:defRPr sz="1200">
                <a:solidFill>
                  <a:srgbClr val="000000"/>
                </a:solidFill>
              </a:defRPr>
            </a:pPr>
            <a:r>
              <a:t>200 Gb/s Ethernet</a:t>
            </a:r>
          </a:p>
        </p:txBody>
      </p:sp>
      <p:pic>
        <p:nvPicPr>
          <p:cNvPr id="414" name="Picture 14" descr="Picture 14"/>
          <p:cNvPicPr>
            <a:picLocks noChangeAspect="1"/>
          </p:cNvPicPr>
          <p:nvPr/>
        </p:nvPicPr>
        <p:blipFill>
          <a:blip r:embed="rId6">
            <a:extLst/>
          </a:blip>
          <a:stretch>
            <a:fillRect/>
          </a:stretch>
        </p:blipFill>
        <p:spPr>
          <a:xfrm>
            <a:off x="-112529" y="5522981"/>
            <a:ext cx="1943085" cy="1298439"/>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6" name="AutoShape 2"/>
          <p:cNvSpPr/>
          <p:nvPr/>
        </p:nvSpPr>
        <p:spPr>
          <a:xfrm rot="10800000">
            <a:off x="-1" y="-1"/>
            <a:ext cx="2459135" cy="6858001"/>
          </a:xfrm>
          <a:prstGeom prst="rect">
            <a:avLst/>
          </a:prstGeom>
          <a:solidFill>
            <a:srgbClr val="535353"/>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417" name="Freeform 3"/>
          <p:cNvSpPr/>
          <p:nvPr/>
        </p:nvSpPr>
        <p:spPr>
          <a:xfrm>
            <a:off x="-69851" y="4416210"/>
            <a:ext cx="2528985" cy="2528985"/>
          </a:xfrm>
          <a:prstGeom prst="rect">
            <a:avLst/>
          </a:prstGeom>
          <a:blipFill>
            <a:blip r:embed="rId3"/>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418" name="TextBox 5"/>
          <p:cNvSpPr txBox="1"/>
          <p:nvPr/>
        </p:nvSpPr>
        <p:spPr>
          <a:xfrm>
            <a:off x="17675" y="3260857"/>
            <a:ext cx="2459134" cy="3435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609600">
              <a:lnSpc>
                <a:spcPts val="2600"/>
              </a:lnSpc>
              <a:defRPr sz="2200">
                <a:solidFill>
                  <a:srgbClr val="FFFFFF"/>
                </a:solidFill>
                <a:latin typeface="Futura Bold"/>
                <a:ea typeface="Futura Bold"/>
                <a:cs typeface="Futura Bold"/>
                <a:sym typeface="Futura Bold"/>
              </a:defRPr>
            </a:lvl1pPr>
          </a:lstStyle>
          <a:p>
            <a:pPr/>
            <a:r>
              <a:t>AGENDA</a:t>
            </a:r>
          </a:p>
        </p:txBody>
      </p:sp>
      <p:pic>
        <p:nvPicPr>
          <p:cNvPr id="419" name="Picture 10" descr="Picture 10"/>
          <p:cNvPicPr>
            <a:picLocks noChangeAspect="1"/>
          </p:cNvPicPr>
          <p:nvPr/>
        </p:nvPicPr>
        <p:blipFill>
          <a:blip r:embed="rId4">
            <a:extLst/>
          </a:blip>
          <a:stretch>
            <a:fillRect/>
          </a:stretch>
        </p:blipFill>
        <p:spPr>
          <a:xfrm>
            <a:off x="-112529" y="5522981"/>
            <a:ext cx="1943085" cy="1298439"/>
          </a:xfrm>
          <a:prstGeom prst="rect">
            <a:avLst/>
          </a:prstGeom>
          <a:ln w="12700">
            <a:miter lim="400000"/>
          </a:ln>
        </p:spPr>
      </p:pic>
      <p:sp>
        <p:nvSpPr>
          <p:cNvPr id="420" name="Freeform 4"/>
          <p:cNvSpPr/>
          <p:nvPr/>
        </p:nvSpPr>
        <p:spPr>
          <a:xfrm>
            <a:off x="10720750" y="477331"/>
            <a:ext cx="1178860" cy="416938"/>
          </a:xfrm>
          <a:prstGeom prst="rect">
            <a:avLst/>
          </a:prstGeom>
          <a:blipFill>
            <a:blip r:embed="rId5"/>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pic>
        <p:nvPicPr>
          <p:cNvPr id="421" name="Screenshot 2026-04-20 at 17.43.35.png" descr="Screenshot 2026-04-20 at 17.43.35.png"/>
          <p:cNvPicPr>
            <a:picLocks noChangeAspect="1"/>
          </p:cNvPicPr>
          <p:nvPr/>
        </p:nvPicPr>
        <p:blipFill>
          <a:blip r:embed="rId6">
            <a:extLst/>
          </a:blip>
          <a:stretch>
            <a:fillRect/>
          </a:stretch>
        </p:blipFill>
        <p:spPr>
          <a:xfrm>
            <a:off x="3073233" y="866602"/>
            <a:ext cx="7173034" cy="5732942"/>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chemeClr val="accent1"/>
        </a:solidFill>
      </p:bgPr>
    </p:bg>
    <p:spTree>
      <p:nvGrpSpPr>
        <p:cNvPr id="1" name=""/>
        <p:cNvGrpSpPr/>
        <p:nvPr/>
      </p:nvGrpSpPr>
      <p:grpSpPr>
        <a:xfrm>
          <a:off x="0" y="0"/>
          <a:ext cx="0" cy="0"/>
          <a:chOff x="0" y="0"/>
          <a:chExt cx="0" cy="0"/>
        </a:xfrm>
      </p:grpSpPr>
      <p:sp>
        <p:nvSpPr>
          <p:cNvPr id="425" name="Textplatzhalter 6"/>
          <p:cNvSpPr txBox="1"/>
          <p:nvPr>
            <p:ph type="body" sz="half" idx="1"/>
          </p:nvPr>
        </p:nvSpPr>
        <p:spPr>
          <a:xfrm>
            <a:off x="754379" y="1105199"/>
            <a:ext cx="4836797" cy="5166998"/>
          </a:xfrm>
          <a:prstGeom prst="rect">
            <a:avLst/>
          </a:prstGeom>
        </p:spPr>
        <p:txBody>
          <a:bodyPr/>
          <a:lstStyle/>
          <a:p>
            <a:pPr>
              <a:lnSpc>
                <a:spcPct val="100000"/>
              </a:lnSpc>
              <a:defRPr b="1"/>
            </a:pPr>
            <a:r>
              <a:t>Motivation</a:t>
            </a:r>
          </a:p>
          <a:p>
            <a:pPr lvl="1">
              <a:lnSpc>
                <a:spcPct val="100000"/>
              </a:lnSpc>
              <a:defRPr spc="-7" sz="1800"/>
            </a:pPr>
            <a:r>
              <a:rPr b="1"/>
              <a:t>Scale:</a:t>
            </a:r>
            <a:r>
              <a:t> Train models that don’t fit on consumer hardware</a:t>
            </a:r>
          </a:p>
          <a:p>
            <a:pPr>
              <a:lnSpc>
                <a:spcPct val="100000"/>
              </a:lnSpc>
              <a:defRPr spc="-7" sz="1800"/>
            </a:pPr>
            <a:r>
              <a:rPr b="1"/>
              <a:t>Speed:</a:t>
            </a:r>
            <a:r>
              <a:t> Powerful GPUs, run experiments in parallel</a:t>
            </a:r>
          </a:p>
          <a:p>
            <a:pPr>
              <a:lnSpc>
                <a:spcPct val="100000"/>
              </a:lnSpc>
              <a:defRPr spc="-7" sz="1800"/>
            </a:pPr>
            <a:r>
              <a:rPr b="1"/>
              <a:t>Freedom:</a:t>
            </a:r>
            <a:r>
              <a:t> Submit and disconnect</a:t>
            </a:r>
          </a:p>
          <a:p>
            <a:pPr>
              <a:lnSpc>
                <a:spcPct val="100000"/>
              </a:lnSpc>
              <a:defRPr spc="-7" sz="1800"/>
            </a:pPr>
            <a:r>
              <a:rPr b="1"/>
              <a:t>Collaboration:</a:t>
            </a:r>
            <a:r>
              <a:t> Shared environment across your team</a:t>
            </a:r>
          </a:p>
          <a:p>
            <a:pPr>
              <a:lnSpc>
                <a:spcPct val="100000"/>
              </a:lnSpc>
              <a:defRPr spc="-7" sz="1800"/>
            </a:pPr>
            <a:r>
              <a:rPr b="1"/>
              <a:t>Cost:</a:t>
            </a:r>
            <a:r>
              <a:t> Free for AISC projects </a:t>
            </a:r>
          </a:p>
        </p:txBody>
      </p:sp>
      <p:pic>
        <p:nvPicPr>
          <p:cNvPr id="426" name="Bildplatzhalter 7" descr="Bildplatzhalter 7"/>
          <p:cNvPicPr>
            <a:picLocks noChangeAspect="1"/>
          </p:cNvPicPr>
          <p:nvPr>
            <p:ph type="pic" idx="21"/>
          </p:nvPr>
        </p:nvPicPr>
        <p:blipFill>
          <a:blip r:embed="rId2">
            <a:extLst/>
          </a:blip>
          <a:srcRect l="0" t="0" r="0" b="0"/>
          <a:stretch>
            <a:fillRect/>
          </a:stretch>
        </p:blipFill>
        <p:spPr>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811"/>
                </a:lnTo>
                <a:lnTo>
                  <a:pt x="20646" y="811"/>
                </a:lnTo>
                <a:lnTo>
                  <a:pt x="20646" y="20754"/>
                </a:lnTo>
                <a:lnTo>
                  <a:pt x="0" y="20754"/>
                </a:lnTo>
                <a:lnTo>
                  <a:pt x="0" y="21600"/>
                </a:lnTo>
                <a:lnTo>
                  <a:pt x="21600" y="21600"/>
                </a:lnTo>
                <a:lnTo>
                  <a:pt x="21600" y="0"/>
                </a:lnTo>
                <a:lnTo>
                  <a:pt x="0" y="0"/>
                </a:lnTo>
                <a:close/>
                <a:moveTo>
                  <a:pt x="0" y="841"/>
                </a:moveTo>
                <a:lnTo>
                  <a:pt x="0" y="20724"/>
                </a:lnTo>
                <a:lnTo>
                  <a:pt x="20612" y="20724"/>
                </a:lnTo>
                <a:lnTo>
                  <a:pt x="20612" y="841"/>
                </a:lnTo>
                <a:lnTo>
                  <a:pt x="0" y="841"/>
                </a:lnTo>
                <a:close/>
              </a:path>
            </a:pathLst>
          </a:custGeom>
        </p:spPr>
      </p:pic>
      <p:sp>
        <p:nvSpPr>
          <p:cNvPr id="427" name="Freeform 7"/>
          <p:cNvSpPr/>
          <p:nvPr/>
        </p:nvSpPr>
        <p:spPr>
          <a:xfrm>
            <a:off x="5960277" y="2831682"/>
            <a:ext cx="6215063" cy="4039298"/>
          </a:xfrm>
          <a:prstGeom prst="rect">
            <a:avLst/>
          </a:prstGeom>
          <a:blipFill>
            <a:blip r:embed="rId3"/>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428" name="Freeform 5"/>
          <p:cNvSpPr/>
          <p:nvPr/>
        </p:nvSpPr>
        <p:spPr>
          <a:xfrm>
            <a:off x="5960277" y="-15806"/>
            <a:ext cx="6215063" cy="3497008"/>
          </a:xfrm>
          <a:prstGeom prst="rect">
            <a:avLst/>
          </a:prstGeom>
          <a:blipFill>
            <a:blip r:embed="rId4"/>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Tree>
  </p:cSld>
  <p:clrMapOvr>
    <a:masterClrMapping/>
  </p:clrMapOvr>
  <mc:AlternateContent xmlns:mc="http://schemas.openxmlformats.org/markup-compatibility/2006">
    <mc:Choice xmlns:p14="http://schemas.microsoft.com/office/powerpoint/2010/main" Requires="p14">
      <p:transition spd="slow" advClick="1" p14:dur="15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0" name="Textplatzhalter 6"/>
          <p:cNvSpPr txBox="1"/>
          <p:nvPr>
            <p:ph type="body" sz="half" idx="1"/>
          </p:nvPr>
        </p:nvSpPr>
        <p:spPr>
          <a:xfrm>
            <a:off x="754379" y="1105199"/>
            <a:ext cx="4279832" cy="5166998"/>
          </a:xfrm>
          <a:prstGeom prst="rect">
            <a:avLst/>
          </a:prstGeom>
        </p:spPr>
        <p:txBody>
          <a:bodyPr/>
          <a:lstStyle/>
          <a:p>
            <a:pPr>
              <a:lnSpc>
                <a:spcPct val="100000"/>
              </a:lnSpc>
              <a:defRPr b="1"/>
            </a:pPr>
            <a:r>
              <a:t>Documentation</a:t>
            </a:r>
          </a:p>
          <a:p>
            <a:pPr>
              <a:lnSpc>
                <a:spcPct val="100000"/>
              </a:lnSpc>
              <a:defRPr spc="-7" sz="1800"/>
            </a:pPr>
            <a:r>
              <a:t>Please make yourself familiar with the HPC documentation!</a:t>
            </a:r>
          </a:p>
          <a:p>
            <a:pPr>
              <a:lnSpc>
                <a:spcPct val="100000"/>
              </a:lnSpc>
              <a:defRPr spc="-7" sz="1800"/>
            </a:pPr>
            <a:r>
              <a:t>If you have questions or need assistance, consult our </a:t>
            </a:r>
            <a:r>
              <a:rPr u="sng">
                <a:solidFill>
                  <a:schemeClr val="accent1"/>
                </a:solidFill>
                <a:uFill>
                  <a:solidFill>
                    <a:schemeClr val="accent1"/>
                  </a:solidFill>
                </a:uFill>
                <a:hlinkClick r:id="rId2" invalidUrl="" action="" tgtFrame="" tooltip="" history="1" highlightClick="0" endSnd="0"/>
              </a:rPr>
              <a:t>FAQ</a:t>
            </a:r>
            <a:r>
              <a:t> or reach out to us: </a:t>
            </a:r>
          </a:p>
          <a:p>
            <a:pPr>
              <a:lnSpc>
                <a:spcPct val="100000"/>
              </a:lnSpc>
              <a:defRPr spc="-7" sz="1800"/>
            </a:pPr>
            <a:r>
              <a:t>For technical issues: </a:t>
            </a:r>
            <a:br/>
            <a:r>
              <a:rPr u="sng">
                <a:solidFill>
                  <a:schemeClr val="accent1"/>
                </a:solidFill>
                <a:uFill>
                  <a:solidFill>
                    <a:schemeClr val="accent1"/>
                  </a:solidFill>
                </a:uFill>
                <a:hlinkClick r:id="rId3" invalidUrl="" action="" tgtFrame="" tooltip="" history="1" highlightClick="0" endSnd="0"/>
              </a:rPr>
              <a:t>aisc-helpdesk@hpi.de</a:t>
            </a:r>
          </a:p>
          <a:p>
            <a:pPr>
              <a:lnSpc>
                <a:spcPct val="100000"/>
              </a:lnSpc>
              <a:defRPr spc="-7" sz="1800"/>
            </a:pPr>
            <a:r>
              <a:t>For organizational issues: </a:t>
            </a:r>
            <a:br/>
            <a:r>
              <a:rPr u="sng">
                <a:solidFill>
                  <a:schemeClr val="accent1"/>
                </a:solidFill>
                <a:uFill>
                  <a:solidFill>
                    <a:schemeClr val="accent1"/>
                  </a:solidFill>
                </a:uFill>
                <a:hlinkClick r:id="rId4" invalidUrl="" action="" tgtFrame="" tooltip="" history="1" highlightClick="0" endSnd="0"/>
              </a:rPr>
              <a:t>ki-servicezentrum@hpi.de</a:t>
            </a:r>
            <a:r>
              <a:t> </a:t>
            </a:r>
          </a:p>
        </p:txBody>
      </p:sp>
      <p:pic>
        <p:nvPicPr>
          <p:cNvPr id="431" name="Screenshot 2026-04-10 at 09.01.38.png" descr="Screenshot 2026-04-10 at 09.01.38.png"/>
          <p:cNvPicPr>
            <a:picLocks noChangeAspect="1"/>
          </p:cNvPicPr>
          <p:nvPr/>
        </p:nvPicPr>
        <p:blipFill>
          <a:blip r:embed="rId5">
            <a:extLst/>
          </a:blip>
          <a:stretch>
            <a:fillRect/>
          </a:stretch>
        </p:blipFill>
        <p:spPr>
          <a:xfrm>
            <a:off x="5383710" y="0"/>
            <a:ext cx="6823881" cy="6858001"/>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3" name="AutoShape 2"/>
          <p:cNvSpPr/>
          <p:nvPr/>
        </p:nvSpPr>
        <p:spPr>
          <a:xfrm rot="10800000">
            <a:off x="-1" y="-1"/>
            <a:ext cx="2459135" cy="6858001"/>
          </a:xfrm>
          <a:prstGeom prst="rect">
            <a:avLst/>
          </a:prstGeom>
          <a:solidFill>
            <a:schemeClr val="accent1"/>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434" name="Freeform 3"/>
          <p:cNvSpPr/>
          <p:nvPr/>
        </p:nvSpPr>
        <p:spPr>
          <a:xfrm>
            <a:off x="-69851" y="4416210"/>
            <a:ext cx="2528985" cy="2528985"/>
          </a:xfrm>
          <a:prstGeom prst="rect">
            <a:avLst/>
          </a:prstGeom>
          <a:blipFill>
            <a:blip r:embed="rId2"/>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435" name="TextBox 5"/>
          <p:cNvSpPr txBox="1"/>
          <p:nvPr/>
        </p:nvSpPr>
        <p:spPr>
          <a:xfrm>
            <a:off x="-1" y="3257212"/>
            <a:ext cx="2459135" cy="34357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609600">
              <a:lnSpc>
                <a:spcPts val="2600"/>
              </a:lnSpc>
              <a:defRPr sz="2200">
                <a:solidFill>
                  <a:srgbClr val="FFFFFF"/>
                </a:solidFill>
                <a:latin typeface="Futura Bold"/>
                <a:ea typeface="Futura Bold"/>
                <a:cs typeface="Futura Bold"/>
                <a:sym typeface="Futura Bold"/>
              </a:defRPr>
            </a:lvl1pPr>
          </a:lstStyle>
          <a:p>
            <a:pPr/>
            <a:r>
              <a:t>Initial Setup</a:t>
            </a:r>
          </a:p>
        </p:txBody>
      </p:sp>
      <p:pic>
        <p:nvPicPr>
          <p:cNvPr id="436" name="Picture 10" descr="Picture 10"/>
          <p:cNvPicPr>
            <a:picLocks noChangeAspect="1"/>
          </p:cNvPicPr>
          <p:nvPr/>
        </p:nvPicPr>
        <p:blipFill>
          <a:blip r:embed="rId3">
            <a:extLst/>
          </a:blip>
          <a:stretch>
            <a:fillRect/>
          </a:stretch>
        </p:blipFill>
        <p:spPr>
          <a:xfrm>
            <a:off x="-112529" y="5522981"/>
            <a:ext cx="1943085" cy="1298439"/>
          </a:xfrm>
          <a:prstGeom prst="rect">
            <a:avLst/>
          </a:prstGeom>
          <a:ln w="12700">
            <a:miter lim="400000"/>
          </a:ln>
        </p:spPr>
      </p:pic>
      <p:sp>
        <p:nvSpPr>
          <p:cNvPr id="437" name="Freeform 4"/>
          <p:cNvSpPr/>
          <p:nvPr/>
        </p:nvSpPr>
        <p:spPr>
          <a:xfrm>
            <a:off x="10720750" y="477331"/>
            <a:ext cx="1178860" cy="416938"/>
          </a:xfrm>
          <a:prstGeom prst="rect">
            <a:avLst/>
          </a:prstGeom>
          <a:blipFill>
            <a:blip r:embed="rId4"/>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438" name="https://github.com/aihpi/workshop-slurm">
            <a:hlinkClick r:id="rId5" invalidUrl="" action="" tgtFrame="" tooltip="" history="1" highlightClick="0" endSnd="0"/>
          </p:cNvPr>
          <p:cNvSpPr txBox="1"/>
          <p:nvPr/>
        </p:nvSpPr>
        <p:spPr>
          <a:xfrm>
            <a:off x="4569764" y="500380"/>
            <a:ext cx="4901281" cy="370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u="sng">
                <a:solidFill>
                  <a:schemeClr val="accent1"/>
                </a:solidFill>
                <a:uFill>
                  <a:solidFill>
                    <a:schemeClr val="accent1"/>
                  </a:solidFill>
                </a:uFill>
                <a:hlinkClick r:id="rId5" invalidUrl="" action="" tgtFrame="" tooltip="" history="1" highlightClick="0" endSnd="0"/>
              </a:defRPr>
            </a:lvl1pPr>
          </a:lstStyle>
          <a:p>
            <a:pPr>
              <a:defRPr u="none">
                <a:solidFill>
                  <a:srgbClr val="5A6065"/>
                </a:solidFill>
                <a:uFillTx/>
              </a:defRPr>
            </a:pPr>
            <a:r>
              <a:rPr u="sng">
                <a:solidFill>
                  <a:schemeClr val="accent1"/>
                </a:solidFill>
                <a:uFill>
                  <a:solidFill>
                    <a:schemeClr val="accent1"/>
                  </a:solidFill>
                </a:uFill>
                <a:hlinkClick r:id="rId5" invalidUrl="" action="" tgtFrame="" tooltip="" history="1" highlightClick="0" endSnd="0"/>
              </a:rPr>
              <a:t>https://github.com/aihpi/workshop-slurm</a:t>
            </a:r>
          </a:p>
        </p:txBody>
      </p:sp>
      <p:pic>
        <p:nvPicPr>
          <p:cNvPr id="439" name="Screenshot 2026-04-09 at 14.48.40.png" descr="Screenshot 2026-04-09 at 14.48.40.png"/>
          <p:cNvPicPr>
            <a:picLocks noChangeAspect="1"/>
          </p:cNvPicPr>
          <p:nvPr/>
        </p:nvPicPr>
        <p:blipFill>
          <a:blip r:embed="rId6">
            <a:extLst/>
          </a:blip>
          <a:stretch>
            <a:fillRect/>
          </a:stretch>
        </p:blipFill>
        <p:spPr>
          <a:xfrm>
            <a:off x="2591207" y="1029452"/>
            <a:ext cx="8960265" cy="5589334"/>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chemeClr val="accent2"/>
        </a:solidFill>
      </p:bgPr>
    </p:bg>
    <p:spTree>
      <p:nvGrpSpPr>
        <p:cNvPr id="1" name=""/>
        <p:cNvGrpSpPr/>
        <p:nvPr/>
      </p:nvGrpSpPr>
      <p:grpSpPr>
        <a:xfrm>
          <a:off x="0" y="0"/>
          <a:ext cx="0" cy="0"/>
          <a:chOff x="0" y="0"/>
          <a:chExt cx="0" cy="0"/>
        </a:xfrm>
      </p:grpSpPr>
      <p:sp>
        <p:nvSpPr>
          <p:cNvPr id="441" name="Textplatzhalter 6"/>
          <p:cNvSpPr txBox="1"/>
          <p:nvPr>
            <p:ph type="body" sz="half" idx="1"/>
          </p:nvPr>
        </p:nvSpPr>
        <p:spPr>
          <a:xfrm>
            <a:off x="754379" y="1105199"/>
            <a:ext cx="4836797" cy="5166998"/>
          </a:xfrm>
          <a:prstGeom prst="rect">
            <a:avLst/>
          </a:prstGeom>
        </p:spPr>
        <p:txBody>
          <a:bodyPr/>
          <a:lstStyle>
            <a:lvl1pPr>
              <a:lnSpc>
                <a:spcPct val="100000"/>
              </a:lnSpc>
              <a:defRPr b="1"/>
            </a:lvl1pPr>
          </a:lstStyle>
          <a:p>
            <a:pPr/>
            <a:r>
              <a:t>Cluster Basics</a:t>
            </a:r>
          </a:p>
        </p:txBody>
      </p:sp>
      <p:pic>
        <p:nvPicPr>
          <p:cNvPr id="442" name="csm_Infrastruktur_fuer_das_Training_von_KI-Modellen_087020c9f8.jpeg" descr="csm_Infrastruktur_fuer_das_Training_von_KI-Modellen_087020c9f8.jpeg"/>
          <p:cNvPicPr>
            <a:picLocks noChangeAspect="1"/>
          </p:cNvPicPr>
          <p:nvPr>
            <p:ph type="pic" idx="21"/>
          </p:nvPr>
        </p:nvPicPr>
        <p:blipFill>
          <a:blip r:embed="rId2">
            <a:extLst/>
          </a:blip>
          <a:srcRect l="19759" t="0" r="19759" b="0"/>
          <a:stretch>
            <a:fillRect/>
          </a:stretch>
        </p:blipFill>
        <p:spPr>
          <a:xfrm>
            <a:off x="5976938" y="-1863"/>
            <a:ext cx="6215063" cy="6858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811"/>
                </a:lnTo>
                <a:lnTo>
                  <a:pt x="20646" y="811"/>
                </a:lnTo>
                <a:lnTo>
                  <a:pt x="20646" y="20754"/>
                </a:lnTo>
                <a:lnTo>
                  <a:pt x="0" y="20754"/>
                </a:lnTo>
                <a:lnTo>
                  <a:pt x="0" y="21600"/>
                </a:lnTo>
                <a:lnTo>
                  <a:pt x="21600" y="21600"/>
                </a:lnTo>
                <a:lnTo>
                  <a:pt x="21600" y="0"/>
                </a:lnTo>
                <a:lnTo>
                  <a:pt x="0" y="0"/>
                </a:lnTo>
                <a:close/>
                <a:moveTo>
                  <a:pt x="0" y="841"/>
                </a:moveTo>
                <a:lnTo>
                  <a:pt x="0" y="20724"/>
                </a:lnTo>
                <a:lnTo>
                  <a:pt x="20612" y="20724"/>
                </a:lnTo>
                <a:lnTo>
                  <a:pt x="20612" y="841"/>
                </a:lnTo>
                <a:lnTo>
                  <a:pt x="0" y="841"/>
                </a:lnTo>
                <a:close/>
              </a:path>
            </a:pathLst>
          </a:cu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advClick="1" p14:dur="1000">
        <p159:morph option="byObject"/>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4" name="AutoShape 2"/>
          <p:cNvSpPr/>
          <p:nvPr/>
        </p:nvSpPr>
        <p:spPr>
          <a:xfrm rot="10800000">
            <a:off x="-1" y="-1"/>
            <a:ext cx="2459135" cy="6858001"/>
          </a:xfrm>
          <a:prstGeom prst="rect">
            <a:avLst/>
          </a:prstGeom>
          <a:solidFill>
            <a:schemeClr val="accent2"/>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445" name="Freeform 3"/>
          <p:cNvSpPr/>
          <p:nvPr/>
        </p:nvSpPr>
        <p:spPr>
          <a:xfrm>
            <a:off x="-69851" y="4416210"/>
            <a:ext cx="2528985" cy="2528985"/>
          </a:xfrm>
          <a:prstGeom prst="rect">
            <a:avLst/>
          </a:prstGeom>
          <a:blipFill>
            <a:blip r:embed="rId2"/>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446" name="TextBox 5"/>
          <p:cNvSpPr txBox="1"/>
          <p:nvPr/>
        </p:nvSpPr>
        <p:spPr>
          <a:xfrm>
            <a:off x="-1" y="2918545"/>
            <a:ext cx="2459135" cy="3435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609600">
              <a:lnSpc>
                <a:spcPts val="2600"/>
              </a:lnSpc>
              <a:defRPr sz="2200">
                <a:solidFill>
                  <a:srgbClr val="FFFFFF"/>
                </a:solidFill>
                <a:latin typeface="Futura Bold"/>
                <a:ea typeface="Futura Bold"/>
                <a:cs typeface="Futura Bold"/>
                <a:sym typeface="Futura Bold"/>
              </a:defRPr>
            </a:lvl1pPr>
          </a:lstStyle>
          <a:p>
            <a:pPr/>
            <a:r>
              <a:t>Nodes</a:t>
            </a:r>
          </a:p>
        </p:txBody>
      </p:sp>
      <p:pic>
        <p:nvPicPr>
          <p:cNvPr id="447" name="Picture 10" descr="Picture 10"/>
          <p:cNvPicPr>
            <a:picLocks noChangeAspect="1"/>
          </p:cNvPicPr>
          <p:nvPr/>
        </p:nvPicPr>
        <p:blipFill>
          <a:blip r:embed="rId3">
            <a:extLst/>
          </a:blip>
          <a:stretch>
            <a:fillRect/>
          </a:stretch>
        </p:blipFill>
        <p:spPr>
          <a:xfrm>
            <a:off x="-112529" y="5522981"/>
            <a:ext cx="1943085" cy="1298439"/>
          </a:xfrm>
          <a:prstGeom prst="rect">
            <a:avLst/>
          </a:prstGeom>
          <a:ln w="12700">
            <a:miter lim="400000"/>
          </a:ln>
        </p:spPr>
      </p:pic>
      <p:sp>
        <p:nvSpPr>
          <p:cNvPr id="448" name="Freeform 4"/>
          <p:cNvSpPr/>
          <p:nvPr/>
        </p:nvSpPr>
        <p:spPr>
          <a:xfrm>
            <a:off x="10720750" y="477331"/>
            <a:ext cx="1178860" cy="416938"/>
          </a:xfrm>
          <a:prstGeom prst="rect">
            <a:avLst/>
          </a:prstGeom>
          <a:blipFill>
            <a:blip r:embed="rId4"/>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449" name="Cluster Basics…"/>
          <p:cNvSpPr txBox="1"/>
          <p:nvPr>
            <p:ph type="body" idx="4294967295"/>
          </p:nvPr>
        </p:nvSpPr>
        <p:spPr>
          <a:xfrm>
            <a:off x="2764874" y="872893"/>
            <a:ext cx="8978420" cy="5503063"/>
          </a:xfrm>
          <a:prstGeom prst="rect">
            <a:avLst/>
          </a:prstGeom>
        </p:spPr>
        <p:txBody>
          <a:bodyPr/>
          <a:lstStyle/>
          <a:p>
            <a:pPr marL="0" indent="0">
              <a:buClrTx/>
              <a:buSzTx/>
              <a:buNone/>
              <a:defRPr b="1" sz="2200"/>
            </a:pPr>
            <a:r>
              <a:t>Cluster Basics</a:t>
            </a:r>
          </a:p>
          <a:p>
            <a:pPr marL="180473" indent="-180473">
              <a:buClrTx/>
              <a:buChar char="•"/>
            </a:pPr>
            <a:r>
              <a:t>Cluster = many computers (nodes) connected over a network</a:t>
            </a:r>
          </a:p>
          <a:p>
            <a:pPr marL="180473" indent="-180473">
              <a:buClrTx/>
              <a:buChar char="•"/>
            </a:pPr>
            <a:r>
              <a:t>Each node has its own CPUs, RAM, (sometimes) GPUs, …</a:t>
            </a:r>
          </a:p>
          <a:p>
            <a:pPr marL="180473" indent="-180473">
              <a:buClrTx/>
              <a:buChar char="•"/>
            </a:pPr>
            <a:r>
              <a:t>Three types of nodes on our cluster</a:t>
            </a:r>
          </a:p>
          <a:p>
            <a:pPr lvl="1" marL="0" indent="431999">
              <a:buClrTx/>
              <a:buSzTx/>
              <a:buNone/>
            </a:pPr>
            <a:r>
              <a:t>1. Login node (lx01)</a:t>
            </a:r>
          </a:p>
          <a:p>
            <a:pPr lvl="2" marL="942473" indent="-180473">
              <a:buClrTx/>
              <a:buChar char="•"/>
            </a:pPr>
            <a:r>
              <a:t>Entry point, like a lobby </a:t>
            </a:r>
          </a:p>
          <a:p>
            <a:pPr lvl="2" marL="942473" indent="-180473">
              <a:buClrTx/>
              <a:buChar char="•"/>
            </a:pPr>
            <a:r>
              <a:t>Used only for file management, submitting jobs, … </a:t>
            </a:r>
          </a:p>
          <a:p>
            <a:pPr lvl="1" marL="0" indent="431999">
              <a:buClrTx/>
              <a:buSzTx/>
              <a:buNone/>
            </a:pPr>
            <a:r>
              <a:t>2. Run node (rx01/rx02)</a:t>
            </a:r>
          </a:p>
          <a:p>
            <a:pPr lvl="2" marL="942473" indent="-180473">
              <a:buClrTx/>
              <a:buChar char="•"/>
            </a:pPr>
            <a:r>
              <a:t>Lightweight interactive work, VSCode, …</a:t>
            </a:r>
          </a:p>
          <a:p>
            <a:pPr lvl="2" marL="942473" indent="-180473">
              <a:buClrTx/>
              <a:buChar char="•"/>
            </a:pPr>
            <a:r>
              <a:t>Shared usage. Per-user limit: 4 CPUs, 8GB RAM</a:t>
            </a:r>
          </a:p>
          <a:p>
            <a:pPr lvl="1" marL="0" indent="431999">
              <a:buClrTx/>
              <a:buSzTx/>
              <a:buNone/>
            </a:pPr>
            <a:r>
              <a:t>3. Compute node (gx[07-14], gx15v1, gx17v1, …)  </a:t>
            </a:r>
          </a:p>
          <a:p>
            <a:pPr lvl="2" marL="942473" indent="-180473">
              <a:buClrTx/>
              <a:buChar char="•"/>
            </a:pPr>
            <a:r>
              <a:t>Any computation (also interactive), ML training, data processing, … </a:t>
            </a:r>
          </a:p>
          <a:p>
            <a:pPr lvl="2" marL="942473" indent="-180473">
              <a:buClrTx/>
              <a:buChar char="•"/>
            </a:pPr>
            <a:r>
              <a:t>Exclusive usage. Via SLURM only!</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1" name="AutoShape 2"/>
          <p:cNvSpPr/>
          <p:nvPr/>
        </p:nvSpPr>
        <p:spPr>
          <a:xfrm rot="10800000">
            <a:off x="-1" y="-1"/>
            <a:ext cx="2459135" cy="6858001"/>
          </a:xfrm>
          <a:prstGeom prst="rect">
            <a:avLst/>
          </a:prstGeom>
          <a:solidFill>
            <a:schemeClr val="accent1"/>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452" name="Freeform 3"/>
          <p:cNvSpPr/>
          <p:nvPr/>
        </p:nvSpPr>
        <p:spPr>
          <a:xfrm>
            <a:off x="-69851" y="4416210"/>
            <a:ext cx="2528985" cy="2528985"/>
          </a:xfrm>
          <a:prstGeom prst="rect">
            <a:avLst/>
          </a:prstGeom>
          <a:blipFill>
            <a:blip r:embed="rId2"/>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453" name="TextBox 5"/>
          <p:cNvSpPr txBox="1"/>
          <p:nvPr/>
        </p:nvSpPr>
        <p:spPr>
          <a:xfrm>
            <a:off x="-1" y="3257212"/>
            <a:ext cx="2459135" cy="34357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609600">
              <a:lnSpc>
                <a:spcPts val="2600"/>
              </a:lnSpc>
              <a:defRPr sz="2200">
                <a:solidFill>
                  <a:srgbClr val="FFFFFF"/>
                </a:solidFill>
                <a:latin typeface="Futura Bold"/>
                <a:ea typeface="Futura Bold"/>
                <a:cs typeface="Futura Bold"/>
                <a:sym typeface="Futura Bold"/>
              </a:defRPr>
            </a:lvl1pPr>
          </a:lstStyle>
          <a:p>
            <a:pPr/>
            <a:r>
              <a:t>SLURM Basics</a:t>
            </a:r>
          </a:p>
        </p:txBody>
      </p:sp>
      <p:pic>
        <p:nvPicPr>
          <p:cNvPr id="454" name="Picture 10" descr="Picture 10"/>
          <p:cNvPicPr>
            <a:picLocks noChangeAspect="1"/>
          </p:cNvPicPr>
          <p:nvPr/>
        </p:nvPicPr>
        <p:blipFill>
          <a:blip r:embed="rId3">
            <a:extLst/>
          </a:blip>
          <a:stretch>
            <a:fillRect/>
          </a:stretch>
        </p:blipFill>
        <p:spPr>
          <a:xfrm>
            <a:off x="-112529" y="5522981"/>
            <a:ext cx="1943085" cy="1298439"/>
          </a:xfrm>
          <a:prstGeom prst="rect">
            <a:avLst/>
          </a:prstGeom>
          <a:ln w="12700">
            <a:miter lim="400000"/>
          </a:ln>
        </p:spPr>
      </p:pic>
      <p:sp>
        <p:nvSpPr>
          <p:cNvPr id="455" name="Freeform 4"/>
          <p:cNvSpPr/>
          <p:nvPr/>
        </p:nvSpPr>
        <p:spPr>
          <a:xfrm>
            <a:off x="10720750" y="477331"/>
            <a:ext cx="1178860" cy="416938"/>
          </a:xfrm>
          <a:prstGeom prst="rect">
            <a:avLst/>
          </a:prstGeom>
          <a:blipFill>
            <a:blip r:embed="rId4"/>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456" name="What is SLURM?…"/>
          <p:cNvSpPr txBox="1"/>
          <p:nvPr>
            <p:ph type="body" idx="4294967295"/>
          </p:nvPr>
        </p:nvSpPr>
        <p:spPr>
          <a:xfrm>
            <a:off x="2821895" y="890733"/>
            <a:ext cx="8690508" cy="6315585"/>
          </a:xfrm>
          <a:prstGeom prst="rect">
            <a:avLst/>
          </a:prstGeom>
        </p:spPr>
        <p:txBody>
          <a:bodyPr/>
          <a:lstStyle/>
          <a:p>
            <a:pPr marL="0" indent="0">
              <a:buClrTx/>
              <a:buSzTx/>
              <a:buNone/>
            </a:pPr>
            <a:r>
              <a:t>What is SLURM?</a:t>
            </a:r>
          </a:p>
          <a:p>
            <a:pPr lvl="1" marL="561473" indent="-180473">
              <a:buClrTx/>
              <a:buChar char="•"/>
            </a:pPr>
            <a:r>
              <a:t>Job scheduler: manages who gets what resources and when</a:t>
            </a:r>
          </a:p>
          <a:p>
            <a:pPr lvl="1" marL="561473" indent="-180473">
              <a:buClrTx/>
              <a:buChar char="•"/>
            </a:pPr>
            <a:r>
              <a:t>You request resources through SLURM </a:t>
            </a:r>
          </a:p>
          <a:p>
            <a:pPr lvl="1" marL="561473" indent="-180473">
              <a:buClrTx/>
              <a:buChar char="•"/>
            </a:pPr>
            <a:r>
              <a:t>Jobs are prioritised based on </a:t>
            </a:r>
            <a:r>
              <a:rPr b="1"/>
              <a:t>availability</a:t>
            </a:r>
            <a:r>
              <a:t> and </a:t>
            </a:r>
            <a:r>
              <a:rPr b="1"/>
              <a:t>fairness</a:t>
            </a:r>
          </a:p>
          <a:p>
            <a:pPr marL="0" indent="0">
              <a:buClrTx/>
              <a:buSzTx/>
              <a:buNone/>
            </a:pPr>
          </a:p>
          <a:p>
            <a:pPr marL="0" indent="0">
              <a:buClrTx/>
              <a:buSzTx/>
              <a:buNone/>
            </a:pPr>
          </a:p>
          <a:p>
            <a:pPr marL="0" indent="0">
              <a:buClrTx/>
              <a:buSzTx/>
              <a:buNone/>
            </a:pPr>
          </a:p>
        </p:txBody>
      </p:sp>
      <p:pic>
        <p:nvPicPr>
          <p:cNvPr id="457" name="sbatchflow.PNG" descr="sbatchflow.PNG"/>
          <p:cNvPicPr>
            <a:picLocks noChangeAspect="1"/>
          </p:cNvPicPr>
          <p:nvPr/>
        </p:nvPicPr>
        <p:blipFill>
          <a:blip r:embed="rId5">
            <a:extLst/>
          </a:blip>
          <a:stretch>
            <a:fillRect/>
          </a:stretch>
        </p:blipFill>
        <p:spPr>
          <a:xfrm>
            <a:off x="2698192" y="3214463"/>
            <a:ext cx="8937914" cy="3390243"/>
          </a:xfrm>
          <a:prstGeom prst="rect">
            <a:avLst/>
          </a:prstGeom>
          <a:ln w="12700">
            <a:miter lim="400000"/>
          </a:ln>
        </p:spPr>
      </p:pic>
      <p:sp>
        <p:nvSpPr>
          <p:cNvPr id="458" name="Image source: https://support.pdc.kth.se/doc/run_jobs/queueing_jobs/"/>
          <p:cNvSpPr txBox="1"/>
          <p:nvPr/>
        </p:nvSpPr>
        <p:spPr>
          <a:xfrm>
            <a:off x="4604051" y="6167562"/>
            <a:ext cx="5644640" cy="2819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150000"/>
              </a:lnSpc>
              <a:defRPr sz="1200"/>
            </a:lvl1pPr>
          </a:lstStyle>
          <a:p>
            <a:pPr/>
            <a:r>
              <a:t>Image source: https://support.pdc.kth.se/doc/run_jobs/queueing_jobs/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advClick="1" p14:dur="1000">
        <p159:morph option="byObject"/>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0" name="AutoShape 2"/>
          <p:cNvSpPr/>
          <p:nvPr/>
        </p:nvSpPr>
        <p:spPr>
          <a:xfrm rot="10800000">
            <a:off x="-1" y="-1"/>
            <a:ext cx="2459135" cy="6858001"/>
          </a:xfrm>
          <a:prstGeom prst="rect">
            <a:avLst/>
          </a:prstGeom>
          <a:solidFill>
            <a:schemeClr val="accent2"/>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461" name="Freeform 3"/>
          <p:cNvSpPr/>
          <p:nvPr/>
        </p:nvSpPr>
        <p:spPr>
          <a:xfrm>
            <a:off x="-69851" y="4416210"/>
            <a:ext cx="2528985" cy="2528985"/>
          </a:xfrm>
          <a:prstGeom prst="rect">
            <a:avLst/>
          </a:prstGeom>
          <a:blipFill>
            <a:blip r:embed="rId2"/>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462" name="TextBox 5"/>
          <p:cNvSpPr txBox="1"/>
          <p:nvPr/>
        </p:nvSpPr>
        <p:spPr>
          <a:xfrm>
            <a:off x="-1" y="2918545"/>
            <a:ext cx="2459135" cy="3435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609600">
              <a:lnSpc>
                <a:spcPts val="2600"/>
              </a:lnSpc>
              <a:defRPr sz="2200">
                <a:solidFill>
                  <a:srgbClr val="FFFFFF"/>
                </a:solidFill>
                <a:latin typeface="Futura Bold"/>
                <a:ea typeface="Futura Bold"/>
                <a:cs typeface="Futura Bold"/>
                <a:sym typeface="Futura Bold"/>
              </a:defRPr>
            </a:lvl1pPr>
          </a:lstStyle>
          <a:p>
            <a:pPr/>
            <a:r>
              <a:t>Key Concepts</a:t>
            </a:r>
          </a:p>
        </p:txBody>
      </p:sp>
      <p:pic>
        <p:nvPicPr>
          <p:cNvPr id="463" name="Picture 10" descr="Picture 10"/>
          <p:cNvPicPr>
            <a:picLocks noChangeAspect="1"/>
          </p:cNvPicPr>
          <p:nvPr/>
        </p:nvPicPr>
        <p:blipFill>
          <a:blip r:embed="rId3">
            <a:extLst/>
          </a:blip>
          <a:stretch>
            <a:fillRect/>
          </a:stretch>
        </p:blipFill>
        <p:spPr>
          <a:xfrm>
            <a:off x="-112529" y="5522981"/>
            <a:ext cx="1943085" cy="1298439"/>
          </a:xfrm>
          <a:prstGeom prst="rect">
            <a:avLst/>
          </a:prstGeom>
          <a:ln w="12700">
            <a:miter lim="400000"/>
          </a:ln>
        </p:spPr>
      </p:pic>
      <p:sp>
        <p:nvSpPr>
          <p:cNvPr id="464" name="Freeform 4"/>
          <p:cNvSpPr/>
          <p:nvPr/>
        </p:nvSpPr>
        <p:spPr>
          <a:xfrm>
            <a:off x="10720750" y="477331"/>
            <a:ext cx="1178860" cy="416938"/>
          </a:xfrm>
          <a:prstGeom prst="rect">
            <a:avLst/>
          </a:prstGeom>
          <a:blipFill>
            <a:blip r:embed="rId4"/>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465" name="Partition: group of nodes with shared rules (time limits, hardware type)"/>
          <p:cNvSpPr txBox="1"/>
          <p:nvPr>
            <p:ph type="body" sz="half" idx="4294967295"/>
          </p:nvPr>
        </p:nvSpPr>
        <p:spPr>
          <a:xfrm>
            <a:off x="2764874" y="917513"/>
            <a:ext cx="8978420" cy="2528984"/>
          </a:xfrm>
          <a:prstGeom prst="rect">
            <a:avLst/>
          </a:prstGeom>
        </p:spPr>
        <p:txBody>
          <a:bodyPr/>
          <a:lstStyle/>
          <a:p>
            <a:pPr marL="0" indent="0">
              <a:buClrTx/>
              <a:buSzTx/>
              <a:buNone/>
              <a:defRPr b="1" sz="2200"/>
            </a:pPr>
          </a:p>
          <a:p>
            <a:pPr marL="180473" indent="-180473">
              <a:buClrTx/>
              <a:buChar char="•"/>
            </a:pPr>
            <a:r>
              <a:t>Partition: group of nodes with shared rules (time limits, hardware type)</a:t>
            </a:r>
          </a:p>
          <a:p>
            <a:pPr marL="0" indent="0">
              <a:buClrTx/>
              <a:buSzTx/>
              <a:buNone/>
            </a:pPr>
          </a:p>
        </p:txBody>
      </p:sp>
      <p:graphicFrame>
        <p:nvGraphicFramePr>
          <p:cNvPr id="466" name="Table 1"/>
          <p:cNvGraphicFramePr/>
          <p:nvPr/>
        </p:nvGraphicFramePr>
        <p:xfrm>
          <a:off x="3575846" y="1962586"/>
          <a:ext cx="9821335" cy="5080001"/>
        </p:xfrm>
        <a:graphic xmlns:a="http://schemas.openxmlformats.org/drawingml/2006/main">
          <a:graphicData uri="http://schemas.openxmlformats.org/drawingml/2006/table">
            <a:tbl>
              <a:tblPr firstCol="1" firstRow="1" lastCol="0" lastRow="0" bandCol="0" bandRow="0" rtl="0">
                <a:tableStyleId>{2708684C-4D16-4618-839F-0558EEFCDFE6}</a:tableStyleId>
              </a:tblPr>
              <a:tblGrid>
                <a:gridCol w="2616453"/>
                <a:gridCol w="1270000"/>
                <a:gridCol w="3470022"/>
              </a:tblGrid>
              <a:tr h="260350">
                <a:tc>
                  <a:txBody>
                    <a:bodyPr/>
                    <a:lstStyle/>
                    <a:p>
                      <a:pPr algn="ctr">
                        <a:defRPr b="0" sz="1800">
                          <a:solidFill>
                            <a:srgbClr val="000000"/>
                          </a:solidFill>
                        </a:defRPr>
                      </a:pPr>
                      <a:r>
                        <a:rPr b="1" sz="1600">
                          <a:solidFill>
                            <a:srgbClr val="5A6065"/>
                          </a:solidFill>
                        </a:rPr>
                        <a:t>Partition</a:t>
                      </a:r>
                    </a:p>
                  </a:txBody>
                  <a:tcPr marL="0" marR="0" marT="0" marB="0" anchor="t" anchorCtr="0" horzOverflow="overflow"/>
                </a:tc>
                <a:tc>
                  <a:txBody>
                    <a:bodyPr/>
                    <a:lstStyle/>
                    <a:p>
                      <a:pPr algn="ctr">
                        <a:defRPr b="0" sz="1800">
                          <a:solidFill>
                            <a:srgbClr val="000000"/>
                          </a:solidFill>
                        </a:defRPr>
                      </a:pPr>
                      <a:r>
                        <a:rPr b="1" sz="1600">
                          <a:solidFill>
                            <a:srgbClr val="5A6065"/>
                          </a:solidFill>
                        </a:rPr>
                        <a:t>Time Limit</a:t>
                      </a:r>
                    </a:p>
                  </a:txBody>
                  <a:tcPr marL="0" marR="0" marT="0" marB="0" anchor="t" anchorCtr="0" horzOverflow="overflow"/>
                </a:tc>
                <a:tc>
                  <a:txBody>
                    <a:bodyPr/>
                    <a:lstStyle/>
                    <a:p>
                      <a:pPr algn="ctr">
                        <a:defRPr b="0" sz="1800">
                          <a:solidFill>
                            <a:srgbClr val="000000"/>
                          </a:solidFill>
                        </a:defRPr>
                      </a:pPr>
                      <a:r>
                        <a:rPr b="1" sz="1600">
                          <a:solidFill>
                            <a:srgbClr val="5A6065"/>
                          </a:solidFill>
                        </a:rPr>
                        <a:t>Use Case</a:t>
                      </a:r>
                    </a:p>
                  </a:txBody>
                  <a:tcPr marL="0" marR="0" marT="0" marB="0" anchor="t" anchorCtr="0" horzOverflow="overflow"/>
                </a:tc>
              </a:tr>
              <a:tr h="260350">
                <a:tc>
                  <a:txBody>
                    <a:bodyPr/>
                    <a:lstStyle/>
                    <a:p>
                      <a:pPr algn="ctr">
                        <a:defRPr b="0" sz="1800">
                          <a:solidFill>
                            <a:srgbClr val="000000"/>
                          </a:solidFill>
                        </a:defRPr>
                      </a:pPr>
                      <a:r>
                        <a:rPr sz="1600">
                          <a:solidFill>
                            <a:srgbClr val="5A6065"/>
                          </a:solidFill>
                        </a:rPr>
                        <a:t>pot-hpi-aisc-shortrun</a:t>
                      </a:r>
                    </a:p>
                  </a:txBody>
                  <a:tcPr marL="0" marR="0" marT="0" marB="0" anchor="t" anchorCtr="0" horzOverflow="overflow"/>
                </a:tc>
                <a:tc>
                  <a:txBody>
                    <a:bodyPr/>
                    <a:lstStyle/>
                    <a:p>
                      <a:pPr algn="ctr">
                        <a:defRPr sz="1800">
                          <a:solidFill>
                            <a:srgbClr val="000000"/>
                          </a:solidFill>
                        </a:defRPr>
                      </a:pPr>
                      <a:r>
                        <a:rPr sz="1600">
                          <a:solidFill>
                            <a:srgbClr val="5A6065"/>
                          </a:solidFill>
                        </a:rPr>
                        <a:t>1h</a:t>
                      </a:r>
                    </a:p>
                  </a:txBody>
                  <a:tcPr marL="0" marR="0" marT="0" marB="0" anchor="t" anchorCtr="0" horzOverflow="overflow"/>
                </a:tc>
                <a:tc>
                  <a:txBody>
                    <a:bodyPr/>
                    <a:lstStyle/>
                    <a:p>
                      <a:pPr algn="ctr">
                        <a:defRPr sz="1800">
                          <a:solidFill>
                            <a:srgbClr val="000000"/>
                          </a:solidFill>
                        </a:defRPr>
                      </a:pPr>
                      <a:r>
                        <a:rPr sz="1600">
                          <a:solidFill>
                            <a:srgbClr val="5A6065"/>
                          </a:solidFill>
                        </a:rPr>
                        <a:t>Quick interactive tests (no sbatch)</a:t>
                      </a:r>
                    </a:p>
                  </a:txBody>
                  <a:tcPr marL="0" marR="0" marT="0" marB="0" anchor="t" anchorCtr="0" horzOverflow="overflow"/>
                </a:tc>
              </a:tr>
              <a:tr h="495300">
                <a:tc>
                  <a:txBody>
                    <a:bodyPr/>
                    <a:lstStyle/>
                    <a:p>
                      <a:pPr algn="ctr">
                        <a:defRPr b="0" sz="1800">
                          <a:solidFill>
                            <a:srgbClr val="000000"/>
                          </a:solidFill>
                        </a:defRPr>
                      </a:pPr>
                      <a:r>
                        <a:rPr sz="1600">
                          <a:solidFill>
                            <a:srgbClr val="5A6065"/>
                          </a:solidFill>
                        </a:rPr>
                        <a:t>pot-hpi-aisc-interactive</a:t>
                      </a:r>
                    </a:p>
                  </a:txBody>
                  <a:tcPr marL="0" marR="0" marT="0" marB="0" anchor="t" anchorCtr="0" horzOverflow="overflow"/>
                </a:tc>
                <a:tc>
                  <a:txBody>
                    <a:bodyPr/>
                    <a:lstStyle/>
                    <a:p>
                      <a:pPr algn="ctr">
                        <a:defRPr sz="1800">
                          <a:solidFill>
                            <a:srgbClr val="000000"/>
                          </a:solidFill>
                        </a:defRPr>
                      </a:pPr>
                      <a:r>
                        <a:rPr sz="1600">
                          <a:solidFill>
                            <a:srgbClr val="5A6065"/>
                          </a:solidFill>
                        </a:rPr>
                        <a:t>8h</a:t>
                      </a:r>
                    </a:p>
                  </a:txBody>
                  <a:tcPr marL="0" marR="0" marT="0" marB="0" anchor="t" anchorCtr="0" horzOverflow="overflow"/>
                </a:tc>
                <a:tc>
                  <a:txBody>
                    <a:bodyPr/>
                    <a:lstStyle/>
                    <a:p>
                      <a:pPr algn="ctr">
                        <a:defRPr sz="1800">
                          <a:solidFill>
                            <a:srgbClr val="000000"/>
                          </a:solidFill>
                        </a:defRPr>
                      </a:pPr>
                      <a:r>
                        <a:rPr sz="1600">
                          <a:solidFill>
                            <a:srgbClr val="5A6065"/>
                          </a:solidFill>
                        </a:rPr>
                        <a:t>Interactive terminal, testing</a:t>
                      </a:r>
                    </a:p>
                  </a:txBody>
                  <a:tcPr marL="0" marR="0" marT="0" marB="0" anchor="t" anchorCtr="0" horzOverflow="overflow"/>
                </a:tc>
              </a:tr>
              <a:tr h="254000">
                <a:tc>
                  <a:txBody>
                    <a:bodyPr/>
                    <a:lstStyle/>
                    <a:p>
                      <a:pPr algn="ctr">
                        <a:defRPr b="0" sz="1800">
                          <a:solidFill>
                            <a:srgbClr val="000000"/>
                          </a:solidFill>
                        </a:defRPr>
                      </a:pPr>
                      <a:r>
                        <a:rPr sz="1600">
                          <a:solidFill>
                            <a:srgbClr val="5A6065"/>
                          </a:solidFill>
                        </a:rPr>
                        <a:t>pot-hpi-aisc-batch</a:t>
                      </a:r>
                    </a:p>
                  </a:txBody>
                  <a:tcPr marL="0" marR="0" marT="0" marB="0" anchor="t" anchorCtr="0" horzOverflow="overflow"/>
                </a:tc>
                <a:tc>
                  <a:txBody>
                    <a:bodyPr/>
                    <a:lstStyle/>
                    <a:p>
                      <a:pPr algn="ctr">
                        <a:defRPr sz="1800">
                          <a:solidFill>
                            <a:srgbClr val="000000"/>
                          </a:solidFill>
                        </a:defRPr>
                      </a:pPr>
                      <a:r>
                        <a:rPr sz="1600">
                          <a:solidFill>
                            <a:srgbClr val="5A6065"/>
                          </a:solidFill>
                        </a:rPr>
                        <a:t>7 days</a:t>
                      </a:r>
                    </a:p>
                  </a:txBody>
                  <a:tcPr marL="0" marR="0" marT="0" marB="0" anchor="t" anchorCtr="0" horzOverflow="overflow"/>
                </a:tc>
                <a:tc>
                  <a:txBody>
                    <a:bodyPr/>
                    <a:lstStyle/>
                    <a:p>
                      <a:pPr algn="ctr">
                        <a:defRPr sz="1800">
                          <a:solidFill>
                            <a:srgbClr val="000000"/>
                          </a:solidFill>
                        </a:defRPr>
                      </a:pPr>
                      <a:r>
                        <a:rPr sz="1600">
                          <a:solidFill>
                            <a:srgbClr val="5A6065"/>
                          </a:solidFill>
                        </a:rPr>
                        <a:t>Long training runs  (only accessible via sbatch jobs)</a:t>
                      </a:r>
                    </a:p>
                  </a:txBody>
                  <a:tcPr marL="0" marR="0" marT="0" marB="0" anchor="t" anchorCtr="0" horzOverflow="overflow"/>
                </a:tc>
              </a:tr>
            </a:tbl>
          </a:graphicData>
        </a:graphic>
      </p:graphicFrame>
      <p:sp>
        <p:nvSpPr>
          <p:cNvPr id="467" name="Account: Your project’s billing code. In our case it is always `aisc`.       —&gt; You can find out which accounts you have via `saccount`…"/>
          <p:cNvSpPr txBox="1"/>
          <p:nvPr/>
        </p:nvSpPr>
        <p:spPr>
          <a:xfrm>
            <a:off x="2764874" y="4074140"/>
            <a:ext cx="8978420" cy="4476284"/>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marL="180473" indent="-180473">
              <a:lnSpc>
                <a:spcPct val="150000"/>
              </a:lnSpc>
              <a:buSzPct val="100000"/>
              <a:buChar char="•"/>
            </a:pPr>
            <a:r>
              <a:t>Account: Your project’s billing code. In our case it is always `aisc`.</a:t>
            </a:r>
            <a:br/>
            <a:r>
              <a:t>      —&gt; You can find out which accounts you have via `saccount`</a:t>
            </a:r>
          </a:p>
          <a:p>
            <a:pPr marL="180473" indent="-180473">
              <a:lnSpc>
                <a:spcPct val="150000"/>
              </a:lnSpc>
              <a:buSzPct val="100000"/>
              <a:buChar char="•"/>
            </a:pPr>
          </a:p>
          <a:p>
            <a:pPr marL="180473" indent="-180473">
              <a:lnSpc>
                <a:spcPct val="150000"/>
              </a:lnSpc>
              <a:buSzPct val="100000"/>
              <a:buChar char="•"/>
            </a:pPr>
            <a:r>
              <a:t>Quality of Service (QOS): Used to prioritize certain jobs. We use `aisc`. </a:t>
            </a:r>
          </a:p>
          <a:p>
            <a:pPr>
              <a:lnSpc>
                <a:spcPct val="150000"/>
              </a:lnSpc>
            </a:pPr>
            <a:r>
              <a:t>        —&gt; You will likely not need to use this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advClick="1" p14:dur="1000">
        <p159:morph option="byObject"/>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9" name="AutoShape 2"/>
          <p:cNvSpPr/>
          <p:nvPr/>
        </p:nvSpPr>
        <p:spPr>
          <a:xfrm rot="10800000">
            <a:off x="-1" y="-1"/>
            <a:ext cx="2459135" cy="6858001"/>
          </a:xfrm>
          <a:prstGeom prst="rect">
            <a:avLst/>
          </a:prstGeom>
          <a:solidFill>
            <a:srgbClr val="535353"/>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470" name="Freeform 3"/>
          <p:cNvSpPr/>
          <p:nvPr/>
        </p:nvSpPr>
        <p:spPr>
          <a:xfrm>
            <a:off x="-69851" y="4416210"/>
            <a:ext cx="2528985" cy="2528985"/>
          </a:xfrm>
          <a:prstGeom prst="rect">
            <a:avLst/>
          </a:prstGeom>
          <a:blipFill>
            <a:blip r:embed="rId2"/>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471" name="TextBox 5"/>
          <p:cNvSpPr txBox="1"/>
          <p:nvPr/>
        </p:nvSpPr>
        <p:spPr>
          <a:xfrm>
            <a:off x="-1" y="2918545"/>
            <a:ext cx="2459135" cy="6822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609600">
              <a:lnSpc>
                <a:spcPts val="2600"/>
              </a:lnSpc>
              <a:defRPr sz="2200">
                <a:solidFill>
                  <a:srgbClr val="FFFFFF"/>
                </a:solidFill>
                <a:latin typeface="Futura Bold"/>
                <a:ea typeface="Futura Bold"/>
                <a:cs typeface="Futura Bold"/>
                <a:sym typeface="Futura Bold"/>
              </a:defRPr>
            </a:lvl1pPr>
          </a:lstStyle>
          <a:p>
            <a:pPr/>
            <a:r>
              <a:t>SLURM Commands</a:t>
            </a:r>
          </a:p>
        </p:txBody>
      </p:sp>
      <p:pic>
        <p:nvPicPr>
          <p:cNvPr id="472" name="Picture 10" descr="Picture 10"/>
          <p:cNvPicPr>
            <a:picLocks noChangeAspect="1"/>
          </p:cNvPicPr>
          <p:nvPr/>
        </p:nvPicPr>
        <p:blipFill>
          <a:blip r:embed="rId3">
            <a:extLst/>
          </a:blip>
          <a:stretch>
            <a:fillRect/>
          </a:stretch>
        </p:blipFill>
        <p:spPr>
          <a:xfrm>
            <a:off x="-112529" y="5522981"/>
            <a:ext cx="1943085" cy="1298439"/>
          </a:xfrm>
          <a:prstGeom prst="rect">
            <a:avLst/>
          </a:prstGeom>
          <a:ln w="12700">
            <a:miter lim="400000"/>
          </a:ln>
        </p:spPr>
      </p:pic>
      <p:sp>
        <p:nvSpPr>
          <p:cNvPr id="473" name="Freeform 4"/>
          <p:cNvSpPr/>
          <p:nvPr/>
        </p:nvSpPr>
        <p:spPr>
          <a:xfrm>
            <a:off x="10720750" y="477331"/>
            <a:ext cx="1178860" cy="416938"/>
          </a:xfrm>
          <a:prstGeom prst="rect">
            <a:avLst/>
          </a:prstGeom>
          <a:blipFill>
            <a:blip r:embed="rId4"/>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pic>
        <p:nvPicPr>
          <p:cNvPr id="474" name="Screenshot 2026-04-09 at 17.23.26.png" descr="Screenshot 2026-04-09 at 17.23.26.png"/>
          <p:cNvPicPr>
            <a:picLocks noChangeAspect="1"/>
          </p:cNvPicPr>
          <p:nvPr/>
        </p:nvPicPr>
        <p:blipFill>
          <a:blip r:embed="rId5">
            <a:extLst/>
          </a:blip>
          <a:stretch>
            <a:fillRect/>
          </a:stretch>
        </p:blipFill>
        <p:spPr>
          <a:xfrm>
            <a:off x="2487937" y="997490"/>
            <a:ext cx="9457006" cy="5526146"/>
          </a:xfrm>
          <a:prstGeom prst="rect">
            <a:avLst/>
          </a:prstGeom>
          <a:ln w="12700">
            <a:miter lim="400000"/>
          </a:ln>
        </p:spPr>
      </p:pic>
      <p:sp>
        <p:nvSpPr>
          <p:cNvPr id="475" name="https://docs.sc.hpi.de/cluster/SLURM/Basics/"/>
          <p:cNvSpPr txBox="1"/>
          <p:nvPr/>
        </p:nvSpPr>
        <p:spPr>
          <a:xfrm>
            <a:off x="5419583" y="6430920"/>
            <a:ext cx="3593714" cy="2819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1200"/>
            </a:lvl1pPr>
          </a:lstStyle>
          <a:p>
            <a:pPr/>
            <a:r>
              <a:t>https://docs.sc.hpi.de/cluster/SLURM/Basics/</a:t>
            </a:r>
          </a:p>
        </p:txBody>
      </p:sp>
      <p:sp>
        <p:nvSpPr>
          <p:cNvPr id="476" name="Rounded Rectangle"/>
          <p:cNvSpPr/>
          <p:nvPr/>
        </p:nvSpPr>
        <p:spPr>
          <a:xfrm>
            <a:off x="2626380" y="1600611"/>
            <a:ext cx="768589" cy="366137"/>
          </a:xfrm>
          <a:prstGeom prst="roundRect">
            <a:avLst>
              <a:gd name="adj" fmla="val 32473"/>
            </a:avLst>
          </a:prstGeom>
          <a:ln w="50800">
            <a:solidFill>
              <a:schemeClr val="accent1"/>
            </a:solidFill>
            <a:miter lim="400000"/>
          </a:ln>
        </p:spPr>
        <p:txBody>
          <a:bodyPr lIns="45719" rIns="45719" anchor="ctr"/>
          <a:lstStyle/>
          <a:p>
            <a:pPr>
              <a:defRPr>
                <a:solidFill>
                  <a:schemeClr val="accent1"/>
                </a:solidFill>
              </a:defRPr>
            </a:pPr>
          </a:p>
        </p:txBody>
      </p:sp>
      <p:sp>
        <p:nvSpPr>
          <p:cNvPr id="477" name="Rounded Rectangle"/>
          <p:cNvSpPr/>
          <p:nvPr/>
        </p:nvSpPr>
        <p:spPr>
          <a:xfrm>
            <a:off x="2626380" y="5084113"/>
            <a:ext cx="768589" cy="366137"/>
          </a:xfrm>
          <a:prstGeom prst="roundRect">
            <a:avLst>
              <a:gd name="adj" fmla="val 32473"/>
            </a:avLst>
          </a:prstGeom>
          <a:ln w="50800">
            <a:solidFill>
              <a:schemeClr val="accent1"/>
            </a:solidFill>
            <a:miter lim="400000"/>
          </a:ln>
        </p:spPr>
        <p:txBody>
          <a:bodyPr lIns="45719" rIns="45719" anchor="ctr"/>
          <a:lstStyle/>
          <a:p>
            <a:pPr>
              <a:defRPr>
                <a:solidFill>
                  <a:schemeClr val="accent1"/>
                </a:solidFill>
              </a:defRPr>
            </a:p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advClick="1" p14:dur="1000">
        <p159:morph option="byObject"/>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9" name="AutoShape 2"/>
          <p:cNvSpPr/>
          <p:nvPr/>
        </p:nvSpPr>
        <p:spPr>
          <a:xfrm rot="10800000">
            <a:off x="-1" y="-1"/>
            <a:ext cx="2459135" cy="6858001"/>
          </a:xfrm>
          <a:prstGeom prst="rect">
            <a:avLst/>
          </a:prstGeom>
          <a:solidFill>
            <a:schemeClr val="accent1"/>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480" name="Freeform 3"/>
          <p:cNvSpPr/>
          <p:nvPr/>
        </p:nvSpPr>
        <p:spPr>
          <a:xfrm>
            <a:off x="-69851" y="4416210"/>
            <a:ext cx="2528985" cy="2528985"/>
          </a:xfrm>
          <a:prstGeom prst="rect">
            <a:avLst/>
          </a:prstGeom>
          <a:blipFill>
            <a:blip r:embed="rId2"/>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481" name="TextBox 5"/>
          <p:cNvSpPr txBox="1"/>
          <p:nvPr/>
        </p:nvSpPr>
        <p:spPr>
          <a:xfrm>
            <a:off x="-1" y="3257212"/>
            <a:ext cx="2459135" cy="10209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609600">
              <a:lnSpc>
                <a:spcPts val="2600"/>
              </a:lnSpc>
              <a:defRPr sz="2200">
                <a:solidFill>
                  <a:srgbClr val="FFFFFF"/>
                </a:solidFill>
                <a:latin typeface="Futura Bold"/>
                <a:ea typeface="Futura Bold"/>
                <a:cs typeface="Futura Bold"/>
                <a:sym typeface="Futura Bold"/>
              </a:defRPr>
            </a:lvl1pPr>
          </a:lstStyle>
          <a:p>
            <a:pPr/>
            <a:r>
              <a:t>Two ways to work on compute nodes</a:t>
            </a:r>
          </a:p>
        </p:txBody>
      </p:sp>
      <p:pic>
        <p:nvPicPr>
          <p:cNvPr id="482" name="Picture 10" descr="Picture 10"/>
          <p:cNvPicPr>
            <a:picLocks noChangeAspect="1"/>
          </p:cNvPicPr>
          <p:nvPr/>
        </p:nvPicPr>
        <p:blipFill>
          <a:blip r:embed="rId3">
            <a:extLst/>
          </a:blip>
          <a:stretch>
            <a:fillRect/>
          </a:stretch>
        </p:blipFill>
        <p:spPr>
          <a:xfrm>
            <a:off x="-112529" y="5522981"/>
            <a:ext cx="1943085" cy="1298439"/>
          </a:xfrm>
          <a:prstGeom prst="rect">
            <a:avLst/>
          </a:prstGeom>
          <a:ln w="12700">
            <a:miter lim="400000"/>
          </a:ln>
        </p:spPr>
      </p:pic>
      <p:sp>
        <p:nvSpPr>
          <p:cNvPr id="483" name="Freeform 4"/>
          <p:cNvSpPr/>
          <p:nvPr/>
        </p:nvSpPr>
        <p:spPr>
          <a:xfrm>
            <a:off x="10720750" y="477331"/>
            <a:ext cx="1178860" cy="416938"/>
          </a:xfrm>
          <a:prstGeom prst="rect">
            <a:avLst/>
          </a:prstGeom>
          <a:blipFill>
            <a:blip r:embed="rId4"/>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graphicFrame>
        <p:nvGraphicFramePr>
          <p:cNvPr id="484" name="Table 1"/>
          <p:cNvGraphicFramePr/>
          <p:nvPr/>
        </p:nvGraphicFramePr>
        <p:xfrm>
          <a:off x="3221446" y="1567985"/>
          <a:ext cx="9821335" cy="5080001"/>
        </p:xfrm>
        <a:graphic xmlns:a="http://schemas.openxmlformats.org/drawingml/2006/main">
          <a:graphicData uri="http://schemas.openxmlformats.org/drawingml/2006/table">
            <a:tbl>
              <a:tblPr firstCol="1" firstRow="1" lastCol="0" lastRow="0" bandCol="0" bandRow="0" rtl="0">
                <a:tableStyleId>{2708684C-4D16-4618-839F-0558EEFCDFE6}</a:tableStyleId>
              </a:tblPr>
              <a:tblGrid>
                <a:gridCol w="1441766"/>
                <a:gridCol w="2213358"/>
                <a:gridCol w="2107070"/>
                <a:gridCol w="2189931"/>
              </a:tblGrid>
              <a:tr h="460277">
                <a:tc>
                  <a:txBody>
                    <a:bodyPr/>
                    <a:lstStyle/>
                    <a:p>
                      <a:pPr algn="l">
                        <a:defRPr sz="1800"/>
                      </a:pPr>
                    </a:p>
                  </a:txBody>
                  <a:tcPr marL="0" marR="0" marT="0" marB="0" anchor="t" anchorCtr="0" horzOverflow="overflow"/>
                </a:tc>
                <a:tc gridSpan="2">
                  <a:txBody>
                    <a:bodyPr/>
                    <a:lstStyle/>
                    <a:p>
                      <a:pPr algn="ctr">
                        <a:defRPr b="0" sz="1800">
                          <a:solidFill>
                            <a:srgbClr val="000000"/>
                          </a:solidFill>
                        </a:defRPr>
                      </a:pPr>
                      <a:r>
                        <a:rPr b="1">
                          <a:solidFill>
                            <a:srgbClr val="5A6065"/>
                          </a:solidFill>
                        </a:rPr>
                        <a:t>Interactive</a:t>
                      </a:r>
                    </a:p>
                  </a:txBody>
                  <a:tcPr marL="0" marR="0" marT="0" marB="0" anchor="t" anchorCtr="0" horzOverflow="overflow"/>
                </a:tc>
                <a:tc hMerge="1">
                  <a:tcPr/>
                </a:tc>
                <a:tc>
                  <a:txBody>
                    <a:bodyPr/>
                    <a:lstStyle/>
                    <a:p>
                      <a:pPr algn="ctr">
                        <a:defRPr b="0" sz="1800">
                          <a:solidFill>
                            <a:srgbClr val="000000"/>
                          </a:solidFill>
                        </a:defRPr>
                      </a:pPr>
                      <a:r>
                        <a:rPr b="1">
                          <a:solidFill>
                            <a:srgbClr val="5A6065"/>
                          </a:solidFill>
                        </a:rPr>
                        <a:t>Batch</a:t>
                      </a:r>
                    </a:p>
                  </a:txBody>
                  <a:tcPr marL="0" marR="0" marT="0" marB="0" anchor="t" anchorCtr="0" horzOverflow="overflow"/>
                </a:tc>
              </a:tr>
              <a:tr h="493344">
                <a:tc>
                  <a:txBody>
                    <a:bodyPr/>
                    <a:lstStyle/>
                    <a:p>
                      <a:pPr algn="l">
                        <a:defRPr b="0" sz="1800">
                          <a:solidFill>
                            <a:srgbClr val="000000"/>
                          </a:solidFill>
                        </a:defRPr>
                      </a:pPr>
                      <a:r>
                        <a:rPr b="1">
                          <a:solidFill>
                            <a:srgbClr val="5A6065"/>
                          </a:solidFill>
                        </a:rPr>
                        <a:t>Command</a:t>
                      </a:r>
                    </a:p>
                  </a:txBody>
                  <a:tcPr marL="0" marR="0" marT="0" marB="0" anchor="t" anchorCtr="0" horzOverflow="overflow">
                    <a:noFill/>
                  </a:tcPr>
                </a:tc>
                <a:tc>
                  <a:txBody>
                    <a:bodyPr/>
                    <a:lstStyle/>
                    <a:p>
                      <a:pPr algn="l">
                        <a:defRPr sz="1800">
                          <a:solidFill>
                            <a:srgbClr val="000000"/>
                          </a:solidFill>
                        </a:defRPr>
                      </a:pPr>
                      <a:r>
                        <a:rPr>
                          <a:solidFill>
                            <a:srgbClr val="5A6065"/>
                          </a:solidFill>
                        </a:rPr>
                        <a:t>srun</a:t>
                      </a:r>
                    </a:p>
                  </a:txBody>
                  <a:tcPr marL="0" marR="0" marT="0" marB="0" anchor="t" anchorCtr="0" horzOverflow="overflow"/>
                </a:tc>
                <a:tc>
                  <a:txBody>
                    <a:bodyPr/>
                    <a:lstStyle/>
                    <a:p>
                      <a:pPr algn="l">
                        <a:defRPr sz="1800">
                          <a:solidFill>
                            <a:srgbClr val="000000"/>
                          </a:solidFill>
                        </a:defRPr>
                      </a:pPr>
                      <a:r>
                        <a:rPr>
                          <a:solidFill>
                            <a:srgbClr val="5A6065"/>
                          </a:solidFill>
                        </a:rPr>
                        <a:t>salloc/sblock</a:t>
                      </a:r>
                    </a:p>
                  </a:txBody>
                  <a:tcPr marL="0" marR="0" marT="0" marB="0" anchor="t" anchorCtr="0" horzOverflow="overflow"/>
                </a:tc>
                <a:tc>
                  <a:txBody>
                    <a:bodyPr/>
                    <a:lstStyle/>
                    <a:p>
                      <a:pPr algn="l">
                        <a:defRPr sz="1800">
                          <a:solidFill>
                            <a:srgbClr val="000000"/>
                          </a:solidFill>
                        </a:defRPr>
                      </a:pPr>
                      <a:r>
                        <a:rPr>
                          <a:solidFill>
                            <a:srgbClr val="5A6065"/>
                          </a:solidFill>
                        </a:rPr>
                        <a:t>sbatch</a:t>
                      </a:r>
                    </a:p>
                  </a:txBody>
                  <a:tcPr marL="0" marR="0" marT="0" marB="0" anchor="t" anchorCtr="0" horzOverflow="overflow"/>
                </a:tc>
              </a:tr>
              <a:tr h="586329">
                <a:tc>
                  <a:txBody>
                    <a:bodyPr/>
                    <a:lstStyle/>
                    <a:p>
                      <a:pPr algn="l">
                        <a:defRPr b="0" sz="1800">
                          <a:solidFill>
                            <a:srgbClr val="000000"/>
                          </a:solidFill>
                        </a:defRPr>
                      </a:pPr>
                      <a:r>
                        <a:rPr b="1">
                          <a:solidFill>
                            <a:srgbClr val="5A6065"/>
                          </a:solidFill>
                        </a:rPr>
                        <a:t>Output</a:t>
                      </a:r>
                    </a:p>
                  </a:txBody>
                  <a:tcPr marL="0" marR="0" marT="0" marB="0" anchor="t" anchorCtr="0" horzOverflow="overflow">
                    <a:noFill/>
                  </a:tcPr>
                </a:tc>
                <a:tc>
                  <a:txBody>
                    <a:bodyPr/>
                    <a:lstStyle/>
                    <a:p>
                      <a:pPr algn="l">
                        <a:defRPr sz="1800">
                          <a:solidFill>
                            <a:srgbClr val="000000"/>
                          </a:solidFill>
                        </a:defRPr>
                      </a:pPr>
                      <a:r>
                        <a:rPr>
                          <a:solidFill>
                            <a:srgbClr val="5A6065"/>
                          </a:solidFill>
                        </a:rPr>
                        <a:t>Live in terminal</a:t>
                      </a:r>
                    </a:p>
                  </a:txBody>
                  <a:tcPr marL="0" marR="0" marT="0" marB="0" anchor="t" anchorCtr="0" horzOverflow="overflow"/>
                </a:tc>
                <a:tc>
                  <a:txBody>
                    <a:bodyPr/>
                    <a:lstStyle/>
                    <a:p>
                      <a:pPr algn="l">
                        <a:defRPr sz="1800">
                          <a:solidFill>
                            <a:srgbClr val="000000"/>
                          </a:solidFill>
                        </a:defRPr>
                      </a:pPr>
                      <a:r>
                        <a:rPr>
                          <a:solidFill>
                            <a:srgbClr val="5A6065"/>
                          </a:solidFill>
                        </a:rPr>
                        <a:t>Live in terminal</a:t>
                      </a:r>
                    </a:p>
                  </a:txBody>
                  <a:tcPr marL="0" marR="0" marT="0" marB="0" anchor="t" anchorCtr="0" horzOverflow="overflow"/>
                </a:tc>
                <a:tc>
                  <a:txBody>
                    <a:bodyPr/>
                    <a:lstStyle/>
                    <a:p>
                      <a:pPr algn="l">
                        <a:defRPr sz="1800">
                          <a:solidFill>
                            <a:srgbClr val="000000"/>
                          </a:solidFill>
                        </a:defRPr>
                      </a:pPr>
                      <a:r>
                        <a:rPr>
                          <a:solidFill>
                            <a:srgbClr val="5A6065"/>
                          </a:solidFill>
                        </a:rPr>
                        <a:t>Written to log file</a:t>
                      </a:r>
                    </a:p>
                  </a:txBody>
                  <a:tcPr marL="0" marR="0" marT="0" marB="0" anchor="t" anchorCtr="0" horzOverflow="overflow"/>
                </a:tc>
              </a:tr>
              <a:tr h="785843">
                <a:tc>
                  <a:txBody>
                    <a:bodyPr/>
                    <a:lstStyle/>
                    <a:p>
                      <a:pPr algn="l">
                        <a:defRPr b="0" sz="1800">
                          <a:solidFill>
                            <a:srgbClr val="000000"/>
                          </a:solidFill>
                        </a:defRPr>
                      </a:pPr>
                      <a:r>
                        <a:rPr b="1">
                          <a:solidFill>
                            <a:srgbClr val="5A6065"/>
                          </a:solidFill>
                        </a:rPr>
                        <a:t>Best for</a:t>
                      </a:r>
                    </a:p>
                  </a:txBody>
                  <a:tcPr marL="0" marR="0" marT="0" marB="0" anchor="t" anchorCtr="0" horzOverflow="overflow">
                    <a:noFill/>
                  </a:tcPr>
                </a:tc>
                <a:tc>
                  <a:txBody>
                    <a:bodyPr/>
                    <a:lstStyle/>
                    <a:p>
                      <a:pPr algn="l">
                        <a:defRPr sz="1800">
                          <a:solidFill>
                            <a:srgbClr val="000000"/>
                          </a:solidFill>
                        </a:defRPr>
                      </a:pPr>
                      <a:r>
                        <a:rPr>
                          <a:solidFill>
                            <a:srgbClr val="5A6065"/>
                          </a:solidFill>
                        </a:rPr>
                        <a:t>Quick commands, sanity checks</a:t>
                      </a:r>
                    </a:p>
                  </a:txBody>
                  <a:tcPr marL="0" marR="0" marT="0" marB="0" anchor="t" anchorCtr="0" horzOverflow="overflow"/>
                </a:tc>
                <a:tc>
                  <a:txBody>
                    <a:bodyPr/>
                    <a:lstStyle/>
                    <a:p>
                      <a:pPr algn="l">
                        <a:defRPr sz="1800">
                          <a:solidFill>
                            <a:srgbClr val="000000"/>
                          </a:solidFill>
                        </a:defRPr>
                      </a:pPr>
                      <a:r>
                        <a:rPr>
                          <a:solidFill>
                            <a:srgbClr val="5A6065"/>
                          </a:solidFill>
                        </a:rPr>
                        <a:t>Interactive work</a:t>
                      </a:r>
                    </a:p>
                  </a:txBody>
                  <a:tcPr marL="0" marR="0" marT="0" marB="0" anchor="t" anchorCtr="0" horzOverflow="overflow"/>
                </a:tc>
                <a:tc>
                  <a:txBody>
                    <a:bodyPr/>
                    <a:lstStyle/>
                    <a:p>
                      <a:pPr algn="l">
                        <a:defRPr sz="1800">
                          <a:solidFill>
                            <a:srgbClr val="000000"/>
                          </a:solidFill>
                        </a:defRPr>
                      </a:pPr>
                      <a:r>
                        <a:rPr>
                          <a:solidFill>
                            <a:srgbClr val="5A6065"/>
                          </a:solidFill>
                        </a:rPr>
                        <a:t>Training runs, anything serious</a:t>
                      </a:r>
                    </a:p>
                  </a:txBody>
                  <a:tcPr marL="0" marR="0" marT="0" marB="0" anchor="t" anchorCtr="0" horzOverflow="overflow"/>
                </a:tc>
              </a:tr>
            </a:tbl>
          </a:graphicData>
        </a:graphic>
      </p:graphicFrame>
      <p:pic>
        <p:nvPicPr>
          <p:cNvPr id="485" name="Screenshot 2026-04-20 at 17.08.03.png" descr="Screenshot 2026-04-20 at 17.08.03.png"/>
          <p:cNvPicPr>
            <a:picLocks noChangeAspect="1"/>
          </p:cNvPicPr>
          <p:nvPr/>
        </p:nvPicPr>
        <p:blipFill>
          <a:blip r:embed="rId5">
            <a:extLst/>
          </a:blip>
          <a:stretch>
            <a:fillRect/>
          </a:stretch>
        </p:blipFill>
        <p:spPr>
          <a:xfrm>
            <a:off x="2695359" y="4236958"/>
            <a:ext cx="9004301" cy="2387601"/>
          </a:xfrm>
          <a:prstGeom prst="rect">
            <a:avLst/>
          </a:prstGeom>
          <a:ln w="12700">
            <a:miter lim="400000"/>
          </a:ln>
          <a:effectLst>
            <a:outerShdw sx="100000" sy="100000" kx="0" ky="0" algn="b" rotWithShape="0" blurRad="190500" dist="12700" dir="5400000">
              <a:srgbClr val="000000"/>
            </a:outerShdw>
          </a:effectLst>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advClick="1" p14:dur="1000">
        <p159:morph option="byObject"/>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7" name="AutoShape 2"/>
          <p:cNvSpPr/>
          <p:nvPr/>
        </p:nvSpPr>
        <p:spPr>
          <a:xfrm rot="10800000">
            <a:off x="-1" y="-1"/>
            <a:ext cx="2459135" cy="6858001"/>
          </a:xfrm>
          <a:prstGeom prst="rect">
            <a:avLst/>
          </a:prstGeom>
          <a:solidFill>
            <a:schemeClr val="accent1"/>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488" name="Freeform 3"/>
          <p:cNvSpPr/>
          <p:nvPr/>
        </p:nvSpPr>
        <p:spPr>
          <a:xfrm>
            <a:off x="-69851" y="4416210"/>
            <a:ext cx="2528985" cy="2528985"/>
          </a:xfrm>
          <a:prstGeom prst="rect">
            <a:avLst/>
          </a:prstGeom>
          <a:blipFill>
            <a:blip r:embed="rId2"/>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489" name="TextBox 5"/>
          <p:cNvSpPr txBox="1"/>
          <p:nvPr/>
        </p:nvSpPr>
        <p:spPr>
          <a:xfrm>
            <a:off x="-1" y="3257212"/>
            <a:ext cx="2459135" cy="10209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609600">
              <a:lnSpc>
                <a:spcPts val="2600"/>
              </a:lnSpc>
              <a:defRPr sz="2200">
                <a:solidFill>
                  <a:srgbClr val="FFFFFF"/>
                </a:solidFill>
                <a:latin typeface="Futura Bold"/>
                <a:ea typeface="Futura Bold"/>
                <a:cs typeface="Futura Bold"/>
                <a:sym typeface="Futura Bold"/>
              </a:defRPr>
            </a:lvl1pPr>
          </a:lstStyle>
          <a:p>
            <a:pPr/>
            <a:r>
              <a:t>Two ways to work on compute nodes</a:t>
            </a:r>
          </a:p>
        </p:txBody>
      </p:sp>
      <p:pic>
        <p:nvPicPr>
          <p:cNvPr id="490" name="Picture 10" descr="Picture 10"/>
          <p:cNvPicPr>
            <a:picLocks noChangeAspect="1"/>
          </p:cNvPicPr>
          <p:nvPr/>
        </p:nvPicPr>
        <p:blipFill>
          <a:blip r:embed="rId3">
            <a:extLst/>
          </a:blip>
          <a:stretch>
            <a:fillRect/>
          </a:stretch>
        </p:blipFill>
        <p:spPr>
          <a:xfrm>
            <a:off x="-112529" y="5522981"/>
            <a:ext cx="1943085" cy="1298439"/>
          </a:xfrm>
          <a:prstGeom prst="rect">
            <a:avLst/>
          </a:prstGeom>
          <a:ln w="12700">
            <a:miter lim="400000"/>
          </a:ln>
        </p:spPr>
      </p:pic>
      <p:sp>
        <p:nvSpPr>
          <p:cNvPr id="491" name="Freeform 4"/>
          <p:cNvSpPr/>
          <p:nvPr/>
        </p:nvSpPr>
        <p:spPr>
          <a:xfrm>
            <a:off x="10720750" y="477331"/>
            <a:ext cx="1178860" cy="416938"/>
          </a:xfrm>
          <a:prstGeom prst="rect">
            <a:avLst/>
          </a:prstGeom>
          <a:blipFill>
            <a:blip r:embed="rId4"/>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graphicFrame>
        <p:nvGraphicFramePr>
          <p:cNvPr id="492" name="Table 1"/>
          <p:cNvGraphicFramePr/>
          <p:nvPr/>
        </p:nvGraphicFramePr>
        <p:xfrm>
          <a:off x="3221446" y="1567985"/>
          <a:ext cx="9821335" cy="5080001"/>
        </p:xfrm>
        <a:graphic xmlns:a="http://schemas.openxmlformats.org/drawingml/2006/main">
          <a:graphicData uri="http://schemas.openxmlformats.org/drawingml/2006/table">
            <a:tbl>
              <a:tblPr firstCol="1" firstRow="1" lastCol="0" lastRow="0" bandCol="0" bandRow="0" rtl="0">
                <a:tableStyleId>{2708684C-4D16-4618-839F-0558EEFCDFE6}</a:tableStyleId>
              </a:tblPr>
              <a:tblGrid>
                <a:gridCol w="1441766"/>
                <a:gridCol w="2213358"/>
                <a:gridCol w="2107070"/>
                <a:gridCol w="2189931"/>
              </a:tblGrid>
              <a:tr h="460277">
                <a:tc>
                  <a:txBody>
                    <a:bodyPr/>
                    <a:lstStyle/>
                    <a:p>
                      <a:pPr algn="l">
                        <a:defRPr sz="1800"/>
                      </a:pPr>
                    </a:p>
                  </a:txBody>
                  <a:tcPr marL="0" marR="0" marT="0" marB="0" anchor="t" anchorCtr="0" horzOverflow="overflow"/>
                </a:tc>
                <a:tc gridSpan="2">
                  <a:txBody>
                    <a:bodyPr/>
                    <a:lstStyle/>
                    <a:p>
                      <a:pPr algn="ctr">
                        <a:defRPr b="0" sz="1800">
                          <a:solidFill>
                            <a:srgbClr val="000000"/>
                          </a:solidFill>
                        </a:defRPr>
                      </a:pPr>
                      <a:r>
                        <a:rPr b="1">
                          <a:solidFill>
                            <a:srgbClr val="5A6065"/>
                          </a:solidFill>
                        </a:rPr>
                        <a:t>Interactive</a:t>
                      </a:r>
                    </a:p>
                  </a:txBody>
                  <a:tcPr marL="0" marR="0" marT="0" marB="0" anchor="t" anchorCtr="0" horzOverflow="overflow"/>
                </a:tc>
                <a:tc hMerge="1">
                  <a:tcPr/>
                </a:tc>
                <a:tc>
                  <a:txBody>
                    <a:bodyPr/>
                    <a:lstStyle/>
                    <a:p>
                      <a:pPr algn="ctr">
                        <a:defRPr b="0" sz="1800">
                          <a:solidFill>
                            <a:srgbClr val="000000"/>
                          </a:solidFill>
                        </a:defRPr>
                      </a:pPr>
                      <a:r>
                        <a:rPr b="1">
                          <a:solidFill>
                            <a:srgbClr val="5A6065"/>
                          </a:solidFill>
                        </a:rPr>
                        <a:t>Batch</a:t>
                      </a:r>
                    </a:p>
                  </a:txBody>
                  <a:tcPr marL="0" marR="0" marT="0" marB="0" anchor="t" anchorCtr="0" horzOverflow="overflow"/>
                </a:tc>
              </a:tr>
              <a:tr h="493344">
                <a:tc>
                  <a:txBody>
                    <a:bodyPr/>
                    <a:lstStyle/>
                    <a:p>
                      <a:pPr algn="l">
                        <a:defRPr b="0" sz="1800">
                          <a:solidFill>
                            <a:srgbClr val="000000"/>
                          </a:solidFill>
                        </a:defRPr>
                      </a:pPr>
                      <a:r>
                        <a:rPr b="1">
                          <a:solidFill>
                            <a:srgbClr val="5A6065"/>
                          </a:solidFill>
                        </a:rPr>
                        <a:t>Command</a:t>
                      </a:r>
                    </a:p>
                  </a:txBody>
                  <a:tcPr marL="0" marR="0" marT="0" marB="0" anchor="t" anchorCtr="0" horzOverflow="overflow">
                    <a:noFill/>
                  </a:tcPr>
                </a:tc>
                <a:tc>
                  <a:txBody>
                    <a:bodyPr/>
                    <a:lstStyle/>
                    <a:p>
                      <a:pPr algn="l">
                        <a:defRPr sz="1800">
                          <a:solidFill>
                            <a:srgbClr val="000000"/>
                          </a:solidFill>
                        </a:defRPr>
                      </a:pPr>
                      <a:r>
                        <a:rPr>
                          <a:solidFill>
                            <a:srgbClr val="5A6065"/>
                          </a:solidFill>
                        </a:rPr>
                        <a:t>srun</a:t>
                      </a:r>
                    </a:p>
                  </a:txBody>
                  <a:tcPr marL="0" marR="0" marT="0" marB="0" anchor="t" anchorCtr="0" horzOverflow="overflow"/>
                </a:tc>
                <a:tc>
                  <a:txBody>
                    <a:bodyPr/>
                    <a:lstStyle/>
                    <a:p>
                      <a:pPr algn="l">
                        <a:defRPr sz="1800">
                          <a:solidFill>
                            <a:srgbClr val="000000"/>
                          </a:solidFill>
                        </a:defRPr>
                      </a:pPr>
                      <a:r>
                        <a:rPr>
                          <a:solidFill>
                            <a:srgbClr val="5A6065"/>
                          </a:solidFill>
                        </a:rPr>
                        <a:t>salloc/sblock</a:t>
                      </a:r>
                    </a:p>
                  </a:txBody>
                  <a:tcPr marL="0" marR="0" marT="0" marB="0" anchor="t" anchorCtr="0" horzOverflow="overflow"/>
                </a:tc>
                <a:tc>
                  <a:txBody>
                    <a:bodyPr/>
                    <a:lstStyle/>
                    <a:p>
                      <a:pPr algn="l">
                        <a:defRPr sz="1800">
                          <a:solidFill>
                            <a:srgbClr val="000000"/>
                          </a:solidFill>
                        </a:defRPr>
                      </a:pPr>
                      <a:r>
                        <a:rPr>
                          <a:solidFill>
                            <a:srgbClr val="5A6065"/>
                          </a:solidFill>
                        </a:rPr>
                        <a:t>sbatch</a:t>
                      </a:r>
                    </a:p>
                  </a:txBody>
                  <a:tcPr marL="0" marR="0" marT="0" marB="0" anchor="t" anchorCtr="0" horzOverflow="overflow"/>
                </a:tc>
              </a:tr>
              <a:tr h="586329">
                <a:tc>
                  <a:txBody>
                    <a:bodyPr/>
                    <a:lstStyle/>
                    <a:p>
                      <a:pPr algn="l">
                        <a:defRPr b="0" sz="1800">
                          <a:solidFill>
                            <a:srgbClr val="000000"/>
                          </a:solidFill>
                        </a:defRPr>
                      </a:pPr>
                      <a:r>
                        <a:rPr b="1">
                          <a:solidFill>
                            <a:srgbClr val="5A6065"/>
                          </a:solidFill>
                        </a:rPr>
                        <a:t>Output</a:t>
                      </a:r>
                    </a:p>
                  </a:txBody>
                  <a:tcPr marL="0" marR="0" marT="0" marB="0" anchor="t" anchorCtr="0" horzOverflow="overflow">
                    <a:noFill/>
                  </a:tcPr>
                </a:tc>
                <a:tc>
                  <a:txBody>
                    <a:bodyPr/>
                    <a:lstStyle/>
                    <a:p>
                      <a:pPr algn="l">
                        <a:defRPr sz="1800">
                          <a:solidFill>
                            <a:srgbClr val="000000"/>
                          </a:solidFill>
                        </a:defRPr>
                      </a:pPr>
                      <a:r>
                        <a:rPr>
                          <a:solidFill>
                            <a:srgbClr val="5A6065"/>
                          </a:solidFill>
                        </a:rPr>
                        <a:t>Live in terminal</a:t>
                      </a:r>
                    </a:p>
                  </a:txBody>
                  <a:tcPr marL="0" marR="0" marT="0" marB="0" anchor="t" anchorCtr="0" horzOverflow="overflow"/>
                </a:tc>
                <a:tc>
                  <a:txBody>
                    <a:bodyPr/>
                    <a:lstStyle/>
                    <a:p>
                      <a:pPr algn="l">
                        <a:defRPr sz="1800">
                          <a:solidFill>
                            <a:srgbClr val="000000"/>
                          </a:solidFill>
                        </a:defRPr>
                      </a:pPr>
                      <a:r>
                        <a:rPr>
                          <a:solidFill>
                            <a:srgbClr val="5A6065"/>
                          </a:solidFill>
                        </a:rPr>
                        <a:t>Live in terminal</a:t>
                      </a:r>
                    </a:p>
                  </a:txBody>
                  <a:tcPr marL="0" marR="0" marT="0" marB="0" anchor="t" anchorCtr="0" horzOverflow="overflow"/>
                </a:tc>
                <a:tc>
                  <a:txBody>
                    <a:bodyPr/>
                    <a:lstStyle/>
                    <a:p>
                      <a:pPr algn="l">
                        <a:defRPr sz="1800">
                          <a:solidFill>
                            <a:srgbClr val="000000"/>
                          </a:solidFill>
                        </a:defRPr>
                      </a:pPr>
                      <a:r>
                        <a:rPr>
                          <a:solidFill>
                            <a:srgbClr val="5A6065"/>
                          </a:solidFill>
                        </a:rPr>
                        <a:t>Written to log file</a:t>
                      </a:r>
                    </a:p>
                  </a:txBody>
                  <a:tcPr marL="0" marR="0" marT="0" marB="0" anchor="t" anchorCtr="0" horzOverflow="overflow"/>
                </a:tc>
              </a:tr>
              <a:tr h="785843">
                <a:tc>
                  <a:txBody>
                    <a:bodyPr/>
                    <a:lstStyle/>
                    <a:p>
                      <a:pPr algn="l">
                        <a:defRPr b="0" sz="1800">
                          <a:solidFill>
                            <a:srgbClr val="000000"/>
                          </a:solidFill>
                        </a:defRPr>
                      </a:pPr>
                      <a:r>
                        <a:rPr b="1">
                          <a:solidFill>
                            <a:srgbClr val="5A6065"/>
                          </a:solidFill>
                        </a:rPr>
                        <a:t>Best for</a:t>
                      </a:r>
                    </a:p>
                  </a:txBody>
                  <a:tcPr marL="0" marR="0" marT="0" marB="0" anchor="t" anchorCtr="0" horzOverflow="overflow">
                    <a:noFill/>
                  </a:tcPr>
                </a:tc>
                <a:tc>
                  <a:txBody>
                    <a:bodyPr/>
                    <a:lstStyle/>
                    <a:p>
                      <a:pPr algn="l">
                        <a:defRPr sz="1800">
                          <a:solidFill>
                            <a:srgbClr val="000000"/>
                          </a:solidFill>
                        </a:defRPr>
                      </a:pPr>
                      <a:r>
                        <a:rPr>
                          <a:solidFill>
                            <a:srgbClr val="5A6065"/>
                          </a:solidFill>
                        </a:rPr>
                        <a:t>Quick commands, sanity checks</a:t>
                      </a:r>
                    </a:p>
                  </a:txBody>
                  <a:tcPr marL="0" marR="0" marT="0" marB="0" anchor="t" anchorCtr="0" horzOverflow="overflow"/>
                </a:tc>
                <a:tc>
                  <a:txBody>
                    <a:bodyPr/>
                    <a:lstStyle/>
                    <a:p>
                      <a:pPr algn="l">
                        <a:defRPr sz="1800">
                          <a:solidFill>
                            <a:srgbClr val="000000"/>
                          </a:solidFill>
                        </a:defRPr>
                      </a:pPr>
                      <a:r>
                        <a:rPr>
                          <a:solidFill>
                            <a:srgbClr val="5A6065"/>
                          </a:solidFill>
                        </a:rPr>
                        <a:t>Interactive work</a:t>
                      </a:r>
                    </a:p>
                  </a:txBody>
                  <a:tcPr marL="0" marR="0" marT="0" marB="0" anchor="t" anchorCtr="0" horzOverflow="overflow"/>
                </a:tc>
                <a:tc>
                  <a:txBody>
                    <a:bodyPr/>
                    <a:lstStyle/>
                    <a:p>
                      <a:pPr algn="l">
                        <a:defRPr sz="1800">
                          <a:solidFill>
                            <a:srgbClr val="000000"/>
                          </a:solidFill>
                        </a:defRPr>
                      </a:pPr>
                      <a:r>
                        <a:rPr>
                          <a:solidFill>
                            <a:srgbClr val="5A6065"/>
                          </a:solidFill>
                        </a:rPr>
                        <a:t>Training runs, anything serious</a:t>
                      </a:r>
                    </a:p>
                  </a:txBody>
                  <a:tcPr marL="0" marR="0" marT="0" marB="0" anchor="t" anchorCtr="0" horzOverflow="overflow"/>
                </a:tc>
              </a:tr>
            </a:tbl>
          </a:graphicData>
        </a:graphic>
      </p:graphicFrame>
      <p:pic>
        <p:nvPicPr>
          <p:cNvPr id="493" name="Screenshot 2026-04-20 at 17.08.03.png" descr="Screenshot 2026-04-20 at 17.08.03.png"/>
          <p:cNvPicPr>
            <a:picLocks noChangeAspect="1"/>
          </p:cNvPicPr>
          <p:nvPr/>
        </p:nvPicPr>
        <p:blipFill>
          <a:blip r:embed="rId5">
            <a:alphaModFix amt="50462"/>
            <a:extLst/>
          </a:blip>
          <a:stretch>
            <a:fillRect/>
          </a:stretch>
        </p:blipFill>
        <p:spPr>
          <a:xfrm>
            <a:off x="2695359" y="4236958"/>
            <a:ext cx="9004301" cy="2387601"/>
          </a:xfrm>
          <a:prstGeom prst="rect">
            <a:avLst/>
          </a:prstGeom>
          <a:ln w="12700">
            <a:miter lim="400000"/>
          </a:ln>
        </p:spPr>
      </p:pic>
      <p:pic>
        <p:nvPicPr>
          <p:cNvPr id="494" name="Screenshot 2026-04-20 at 17.09.38.png" descr="Screenshot 2026-04-20 at 17.09.38.png"/>
          <p:cNvPicPr>
            <a:picLocks noChangeAspect="1"/>
          </p:cNvPicPr>
          <p:nvPr/>
        </p:nvPicPr>
        <p:blipFill>
          <a:blip r:embed="rId6">
            <a:extLst/>
          </a:blip>
          <a:stretch>
            <a:fillRect/>
          </a:stretch>
        </p:blipFill>
        <p:spPr>
          <a:xfrm>
            <a:off x="6314928" y="4236958"/>
            <a:ext cx="5727829" cy="2387601"/>
          </a:xfrm>
          <a:prstGeom prst="rect">
            <a:avLst/>
          </a:prstGeom>
          <a:ln w="12700">
            <a:miter lim="400000"/>
          </a:ln>
          <a:effectLst>
            <a:outerShdw sx="100000" sy="100000" kx="0" ky="0" algn="b" rotWithShape="0" blurRad="190500" dist="12700" dir="5400000">
              <a:srgbClr val="000000"/>
            </a:outerShdw>
          </a:effectLst>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advClick="1" p14:dur="1000">
        <p159:morph option="byObject"/>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6" name="AutoShape 2"/>
          <p:cNvSpPr/>
          <p:nvPr/>
        </p:nvSpPr>
        <p:spPr>
          <a:xfrm rot="10800000">
            <a:off x="-1" y="-1"/>
            <a:ext cx="2459135" cy="6858001"/>
          </a:xfrm>
          <a:prstGeom prst="rect">
            <a:avLst/>
          </a:prstGeom>
          <a:solidFill>
            <a:schemeClr val="accent3"/>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497" name="Freeform 3"/>
          <p:cNvSpPr/>
          <p:nvPr/>
        </p:nvSpPr>
        <p:spPr>
          <a:xfrm>
            <a:off x="-69851" y="4416210"/>
            <a:ext cx="2528985" cy="2528985"/>
          </a:xfrm>
          <a:prstGeom prst="rect">
            <a:avLst/>
          </a:prstGeom>
          <a:blipFill>
            <a:blip r:embed="rId2"/>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pic>
        <p:nvPicPr>
          <p:cNvPr id="498" name="Picture 10" descr="Picture 10"/>
          <p:cNvPicPr>
            <a:picLocks noChangeAspect="1"/>
          </p:cNvPicPr>
          <p:nvPr/>
        </p:nvPicPr>
        <p:blipFill>
          <a:blip r:embed="rId3">
            <a:extLst/>
          </a:blip>
          <a:stretch>
            <a:fillRect/>
          </a:stretch>
        </p:blipFill>
        <p:spPr>
          <a:xfrm>
            <a:off x="-112529" y="5522981"/>
            <a:ext cx="1943085" cy="1298439"/>
          </a:xfrm>
          <a:prstGeom prst="rect">
            <a:avLst/>
          </a:prstGeom>
          <a:ln w="12700">
            <a:miter lim="400000"/>
          </a:ln>
        </p:spPr>
      </p:pic>
      <p:sp>
        <p:nvSpPr>
          <p:cNvPr id="499" name="Freeform 4"/>
          <p:cNvSpPr/>
          <p:nvPr/>
        </p:nvSpPr>
        <p:spPr>
          <a:xfrm>
            <a:off x="10720750" y="477331"/>
            <a:ext cx="1178860" cy="416938"/>
          </a:xfrm>
          <a:prstGeom prst="rect">
            <a:avLst/>
          </a:prstGeom>
          <a:blipFill>
            <a:blip r:embed="rId4"/>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500" name="TextBox 5"/>
          <p:cNvSpPr txBox="1"/>
          <p:nvPr/>
        </p:nvSpPr>
        <p:spPr>
          <a:xfrm>
            <a:off x="-1" y="2918545"/>
            <a:ext cx="2459135" cy="6822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609600">
              <a:lnSpc>
                <a:spcPts val="2600"/>
              </a:lnSpc>
              <a:defRPr sz="2200">
                <a:solidFill>
                  <a:srgbClr val="FFFFFF"/>
                </a:solidFill>
                <a:latin typeface="Futura Bold"/>
                <a:ea typeface="Futura Bold"/>
                <a:cs typeface="Futura Bold"/>
                <a:sym typeface="Futura Bold"/>
              </a:defRPr>
            </a:lvl1pPr>
          </a:lstStyle>
          <a:p>
            <a:pPr/>
            <a:r>
              <a:t>Rules and Best Practices</a:t>
            </a:r>
          </a:p>
        </p:txBody>
      </p:sp>
      <p:sp>
        <p:nvSpPr>
          <p:cNvPr id="501" name="Where to run things:…"/>
          <p:cNvSpPr txBox="1"/>
          <p:nvPr>
            <p:ph type="body" idx="4294967295"/>
          </p:nvPr>
        </p:nvSpPr>
        <p:spPr>
          <a:xfrm>
            <a:off x="2716184" y="1053845"/>
            <a:ext cx="8978420" cy="5292858"/>
          </a:xfrm>
          <a:prstGeom prst="rect">
            <a:avLst/>
          </a:prstGeom>
        </p:spPr>
        <p:txBody>
          <a:bodyPr/>
          <a:lstStyle/>
          <a:p>
            <a:pPr marL="0" indent="0" defTabSz="859536">
              <a:buClrTx/>
              <a:buSzTx/>
              <a:buNone/>
              <a:defRPr b="1" sz="1692"/>
            </a:pPr>
            <a:r>
              <a:t>Where to run things:</a:t>
            </a:r>
          </a:p>
          <a:p>
            <a:pPr marL="0" indent="0" defTabSz="859536">
              <a:buClrTx/>
              <a:buSzTx/>
              <a:buNone/>
              <a:defRPr sz="1692"/>
            </a:pPr>
            <a:r>
              <a:t>- rx01/02 are for lightweight tasks only, not a substitute for compute nodes</a:t>
            </a:r>
          </a:p>
          <a:p>
            <a:pPr marL="0" indent="0" defTabSz="859536">
              <a:buClrTx/>
              <a:buSzTx/>
              <a:buNone/>
              <a:defRPr sz="1692"/>
            </a:pPr>
          </a:p>
          <a:p>
            <a:pPr marL="0" indent="0" defTabSz="859536">
              <a:buClrTx/>
              <a:buSzTx/>
              <a:buNone/>
              <a:defRPr b="1" sz="1692"/>
            </a:pPr>
            <a:r>
              <a:t>Resource usage:</a:t>
            </a:r>
          </a:p>
          <a:p>
            <a:pPr marL="0" indent="0" defTabSz="859536">
              <a:buClrTx/>
              <a:buSzTx/>
              <a:buNone/>
              <a:defRPr sz="1692"/>
            </a:pPr>
            <a:r>
              <a:t>- Always specify expected time/memory usage!</a:t>
            </a:r>
          </a:p>
          <a:p>
            <a:pPr marL="0" indent="0" defTabSz="859536">
              <a:buClrTx/>
              <a:buSzTx/>
              <a:buNone/>
              <a:defRPr sz="1692"/>
            </a:pPr>
          </a:p>
          <a:p>
            <a:pPr marL="0" indent="0" defTabSz="859536">
              <a:buClrTx/>
              <a:buSzTx/>
              <a:buNone/>
              <a:defRPr b="1" sz="1692"/>
            </a:pPr>
            <a:r>
              <a:t>Batch jobs:</a:t>
            </a:r>
          </a:p>
          <a:p>
            <a:pPr marL="0" indent="0" defTabSz="859536">
              <a:buClrTx/>
              <a:buSzTx/>
              <a:buNone/>
              <a:defRPr sz="1692"/>
            </a:pPr>
            <a:r>
              <a:t>- Prefer sbatch over interactive jobs for anything serious</a:t>
            </a:r>
          </a:p>
          <a:p>
            <a:pPr marL="0" indent="0" defTabSz="859536">
              <a:buClrTx/>
              <a:buSzTx/>
              <a:buNone/>
              <a:defRPr sz="1692"/>
            </a:pPr>
          </a:p>
          <a:p>
            <a:pPr marL="0" indent="0" defTabSz="859536">
              <a:buClrTx/>
              <a:buSzTx/>
              <a:buNone/>
              <a:defRPr b="1" sz="1692"/>
            </a:pPr>
            <a:r>
              <a:t>Being a good cluster citizen:</a:t>
            </a:r>
          </a:p>
          <a:p>
            <a:pPr marL="0" indent="0" defTabSz="859536">
              <a:buClrTx/>
              <a:buSzTx/>
              <a:buNone/>
              <a:defRPr sz="1692"/>
            </a:pPr>
            <a:r>
              <a:t>- Don’t leave idle interactive sessions running. Release resources you’re not using.</a:t>
            </a:r>
          </a:p>
          <a:p>
            <a:pPr marL="0" indent="0" defTabSz="859536">
              <a:buClrTx/>
              <a:buSzTx/>
              <a:buNone/>
              <a:defRPr b="1" sz="1692"/>
            </a:pPr>
          </a:p>
          <a:p>
            <a:pPr marL="0" indent="0" defTabSz="859536">
              <a:buClrTx/>
              <a:buSzTx/>
              <a:buNone/>
              <a:defRPr b="1" sz="1692"/>
            </a:pPr>
            <a:r>
              <a:t>Read the Terms of Usage: </a:t>
            </a:r>
            <a:r>
              <a:rPr u="sng">
                <a:solidFill>
                  <a:schemeClr val="accent1"/>
                </a:solidFill>
                <a:uFill>
                  <a:solidFill>
                    <a:schemeClr val="accent1"/>
                  </a:solidFill>
                </a:uFill>
                <a:hlinkClick r:id="rId5" invalidUrl="" action="" tgtFrame="" tooltip="" history="1" highlightClick="0" endSnd="0"/>
              </a:rPr>
              <a:t>https://docs.sc.hpi.de/Terms-of-Usage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advClick="1" p14:dur="1000">
        <p159:morph option="byObject"/>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503" name="Screenshot 2026-04-20 at 17.24.12.png" descr="Screenshot 2026-04-20 at 17.24.12.png"/>
          <p:cNvPicPr>
            <a:picLocks noChangeAspect="1"/>
          </p:cNvPicPr>
          <p:nvPr/>
        </p:nvPicPr>
        <p:blipFill>
          <a:blip r:embed="rId2">
            <a:extLst/>
          </a:blip>
          <a:stretch>
            <a:fillRect/>
          </a:stretch>
        </p:blipFill>
        <p:spPr>
          <a:xfrm>
            <a:off x="2719214" y="702889"/>
            <a:ext cx="8608263" cy="5983048"/>
          </a:xfrm>
          <a:prstGeom prst="rect">
            <a:avLst/>
          </a:prstGeom>
          <a:ln w="12700">
            <a:miter lim="400000"/>
          </a:ln>
        </p:spPr>
      </p:pic>
      <p:sp>
        <p:nvSpPr>
          <p:cNvPr id="504" name="AutoShape 2"/>
          <p:cNvSpPr/>
          <p:nvPr/>
        </p:nvSpPr>
        <p:spPr>
          <a:xfrm rot="10800000">
            <a:off x="-1" y="-1"/>
            <a:ext cx="2459135" cy="6858001"/>
          </a:xfrm>
          <a:prstGeom prst="rect">
            <a:avLst/>
          </a:prstGeom>
          <a:solidFill>
            <a:schemeClr val="accent1"/>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505" name="Freeform 3"/>
          <p:cNvSpPr/>
          <p:nvPr/>
        </p:nvSpPr>
        <p:spPr>
          <a:xfrm>
            <a:off x="-69851" y="4416210"/>
            <a:ext cx="2528985" cy="2528985"/>
          </a:xfrm>
          <a:prstGeom prst="rect">
            <a:avLst/>
          </a:prstGeom>
          <a:blipFill>
            <a:blip r:embed="rId3"/>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506" name="TextBox 5"/>
          <p:cNvSpPr txBox="1"/>
          <p:nvPr/>
        </p:nvSpPr>
        <p:spPr>
          <a:xfrm>
            <a:off x="-1" y="3257212"/>
            <a:ext cx="2459135" cy="34357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609600">
              <a:lnSpc>
                <a:spcPts val="2600"/>
              </a:lnSpc>
              <a:defRPr sz="2200">
                <a:solidFill>
                  <a:srgbClr val="FFFFFF"/>
                </a:solidFill>
                <a:latin typeface="Futura Bold"/>
                <a:ea typeface="Futura Bold"/>
                <a:cs typeface="Futura Bold"/>
                <a:sym typeface="Futura Bold"/>
              </a:defRPr>
            </a:lvl1pPr>
          </a:lstStyle>
          <a:p>
            <a:pPr/>
            <a:r>
              <a:t>VSCode Setup</a:t>
            </a:r>
          </a:p>
        </p:txBody>
      </p:sp>
      <p:pic>
        <p:nvPicPr>
          <p:cNvPr id="507" name="Picture 10" descr="Picture 10"/>
          <p:cNvPicPr>
            <a:picLocks noChangeAspect="1"/>
          </p:cNvPicPr>
          <p:nvPr/>
        </p:nvPicPr>
        <p:blipFill>
          <a:blip r:embed="rId4">
            <a:extLst/>
          </a:blip>
          <a:stretch>
            <a:fillRect/>
          </a:stretch>
        </p:blipFill>
        <p:spPr>
          <a:xfrm>
            <a:off x="-112529" y="5522981"/>
            <a:ext cx="1943085" cy="1298439"/>
          </a:xfrm>
          <a:prstGeom prst="rect">
            <a:avLst/>
          </a:prstGeom>
          <a:ln w="12700">
            <a:miter lim="400000"/>
          </a:ln>
        </p:spPr>
      </p:pic>
      <p:sp>
        <p:nvSpPr>
          <p:cNvPr id="508" name="Freeform 4"/>
          <p:cNvSpPr/>
          <p:nvPr/>
        </p:nvSpPr>
        <p:spPr>
          <a:xfrm>
            <a:off x="10720750" y="477331"/>
            <a:ext cx="1178860" cy="416938"/>
          </a:xfrm>
          <a:prstGeom prst="rect">
            <a:avLst/>
          </a:prstGeom>
          <a:blipFill>
            <a:blip r:embed="rId5"/>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advClick="1" p14:dur="1000">
        <p159:morph option="byObject"/>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510" name="Bildplatzhalter 1" descr="Bildplatzhalter 1"/>
          <p:cNvPicPr>
            <a:picLocks noChangeAspect="1"/>
          </p:cNvPicPr>
          <p:nvPr>
            <p:ph type="pic" idx="21"/>
          </p:nvPr>
        </p:nvPicPr>
        <p:blipFill>
          <a:blip r:embed="rId2">
            <a:extLst/>
          </a:blip>
          <a:stretch>
            <a:fillRect/>
          </a:stretch>
        </p:blipFill>
        <p:spPr>
          <a:prstGeom prst="rect">
            <a:avLst/>
          </a:prstGeom>
        </p:spPr>
      </p:pic>
      <p:sp>
        <p:nvSpPr>
          <p:cNvPr id="511" name="Textplatzhalter 2"/>
          <p:cNvSpPr txBox="1"/>
          <p:nvPr>
            <p:ph type="body" sz="quarter" idx="1"/>
          </p:nvPr>
        </p:nvSpPr>
        <p:spPr>
          <a:prstGeom prst="rect">
            <a:avLst/>
          </a:prstGeom>
        </p:spPr>
        <p:txBody>
          <a:bodyPr/>
          <a:lstStyle/>
          <a:p>
            <a:pPr/>
            <a:r>
              <a:t>Short Break</a:t>
            </a:r>
          </a:p>
        </p:txBody>
      </p:sp>
      <p:sp>
        <p:nvSpPr>
          <p:cNvPr id="512" name="Foliennummernplatzhalter 6"/>
          <p:cNvSpPr txBox="1"/>
          <p:nvPr>
            <p:ph type="sldNum" sz="quarter" idx="2"/>
          </p:nvPr>
        </p:nvSpPr>
        <p:spPr>
          <a:xfrm>
            <a:off x="11844580" y="6539678"/>
            <a:ext cx="174179" cy="1524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13" name="Coffee"/>
          <p:cNvSpPr/>
          <p:nvPr/>
        </p:nvSpPr>
        <p:spPr>
          <a:xfrm>
            <a:off x="5355309" y="2961425"/>
            <a:ext cx="1481382" cy="935150"/>
          </a:xfrm>
          <a:custGeom>
            <a:avLst/>
            <a:gdLst/>
            <a:ahLst/>
            <a:cxnLst>
              <a:cxn ang="0">
                <a:pos x="wd2" y="hd2"/>
              </a:cxn>
              <a:cxn ang="5400000">
                <a:pos x="wd2" y="hd2"/>
              </a:cxn>
              <a:cxn ang="10800000">
                <a:pos x="wd2" y="hd2"/>
              </a:cxn>
              <a:cxn ang="16200000">
                <a:pos x="wd2" y="hd2"/>
              </a:cxn>
            </a:cxnLst>
            <a:rect l="0" t="0" r="r" b="b"/>
            <a:pathLst>
              <a:path w="21524" h="21600" fill="norm" stroke="1" extrusionOk="0">
                <a:moveTo>
                  <a:pt x="3632" y="0"/>
                </a:moveTo>
                <a:cubicBezTo>
                  <a:pt x="3310" y="0"/>
                  <a:pt x="3052" y="422"/>
                  <a:pt x="3063" y="933"/>
                </a:cubicBezTo>
                <a:cubicBezTo>
                  <a:pt x="3133" y="4055"/>
                  <a:pt x="3513" y="14136"/>
                  <a:pt x="5539" y="17628"/>
                </a:cubicBezTo>
                <a:lnTo>
                  <a:pt x="193" y="17628"/>
                </a:lnTo>
                <a:cubicBezTo>
                  <a:pt x="25" y="17628"/>
                  <a:pt x="-45" y="17817"/>
                  <a:pt x="30" y="18055"/>
                </a:cubicBezTo>
                <a:cubicBezTo>
                  <a:pt x="392" y="19213"/>
                  <a:pt x="2458" y="21600"/>
                  <a:pt x="4710" y="21600"/>
                </a:cubicBezTo>
                <a:cubicBezTo>
                  <a:pt x="6340" y="21600"/>
                  <a:pt x="15171" y="21600"/>
                  <a:pt x="16800" y="21600"/>
                </a:cubicBezTo>
                <a:cubicBezTo>
                  <a:pt x="19052" y="21600"/>
                  <a:pt x="21118" y="19213"/>
                  <a:pt x="21480" y="18055"/>
                </a:cubicBezTo>
                <a:cubicBezTo>
                  <a:pt x="21555" y="17817"/>
                  <a:pt x="21485" y="17628"/>
                  <a:pt x="21317" y="17628"/>
                </a:cubicBezTo>
                <a:lnTo>
                  <a:pt x="15393" y="17628"/>
                </a:lnTo>
                <a:cubicBezTo>
                  <a:pt x="15657" y="17172"/>
                  <a:pt x="15893" y="16606"/>
                  <a:pt x="16104" y="15957"/>
                </a:cubicBezTo>
                <a:cubicBezTo>
                  <a:pt x="16236" y="15552"/>
                  <a:pt x="16495" y="15291"/>
                  <a:pt x="16782" y="15291"/>
                </a:cubicBezTo>
                <a:lnTo>
                  <a:pt x="17640" y="15291"/>
                </a:lnTo>
                <a:cubicBezTo>
                  <a:pt x="20190" y="15291"/>
                  <a:pt x="21524" y="11448"/>
                  <a:pt x="21524" y="7654"/>
                </a:cubicBezTo>
                <a:cubicBezTo>
                  <a:pt x="21524" y="4558"/>
                  <a:pt x="20609" y="2922"/>
                  <a:pt x="18877" y="2922"/>
                </a:cubicBezTo>
                <a:lnTo>
                  <a:pt x="18225" y="2922"/>
                </a:lnTo>
                <a:cubicBezTo>
                  <a:pt x="17999" y="2922"/>
                  <a:pt x="17819" y="2620"/>
                  <a:pt x="17831" y="2262"/>
                </a:cubicBezTo>
                <a:cubicBezTo>
                  <a:pt x="17850" y="1741"/>
                  <a:pt x="17860" y="1291"/>
                  <a:pt x="17868" y="933"/>
                </a:cubicBezTo>
                <a:cubicBezTo>
                  <a:pt x="17880" y="422"/>
                  <a:pt x="17623" y="0"/>
                  <a:pt x="17302" y="0"/>
                </a:cubicBezTo>
                <a:lnTo>
                  <a:pt x="3632" y="0"/>
                </a:lnTo>
                <a:close/>
                <a:moveTo>
                  <a:pt x="18465" y="4660"/>
                </a:moveTo>
                <a:lnTo>
                  <a:pt x="18877" y="4660"/>
                </a:lnTo>
                <a:cubicBezTo>
                  <a:pt x="19810" y="4660"/>
                  <a:pt x="20431" y="5169"/>
                  <a:pt x="20431" y="7654"/>
                </a:cubicBezTo>
                <a:cubicBezTo>
                  <a:pt x="20431" y="10024"/>
                  <a:pt x="19688" y="13553"/>
                  <a:pt x="17640" y="13553"/>
                </a:cubicBezTo>
                <a:lnTo>
                  <a:pt x="17403" y="13553"/>
                </a:lnTo>
                <a:cubicBezTo>
                  <a:pt x="17062" y="13553"/>
                  <a:pt x="16817" y="13039"/>
                  <a:pt x="16906" y="12516"/>
                </a:cubicBezTo>
                <a:cubicBezTo>
                  <a:pt x="17276" y="10356"/>
                  <a:pt x="17506" y="7951"/>
                  <a:pt x="17650" y="5830"/>
                </a:cubicBezTo>
                <a:cubicBezTo>
                  <a:pt x="17695" y="5166"/>
                  <a:pt x="18045" y="4660"/>
                  <a:pt x="18465" y="4660"/>
                </a:cubicBezTo>
                <a:close/>
              </a:path>
            </a:pathLst>
          </a:custGeom>
          <a:solidFill>
            <a:schemeClr val="accent1">
              <a:lumOff val="-7176"/>
            </a:schemeClr>
          </a:solidFill>
          <a:ln w="12700">
            <a:solidFill>
              <a:schemeClr val="accent1"/>
            </a:solidFill>
            <a:miter/>
          </a:ln>
        </p:spPr>
        <p:txBody>
          <a:bodyPr lIns="45719" rIns="45719" anchor="ctr"/>
          <a:lstStyle/>
          <a:p>
            <a:p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med" advClick="1" p14:dur="1000">
        <p159:morph option="byObject"/>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chemeClr val="accent1"/>
        </a:solidFill>
      </p:bgPr>
    </p:bg>
    <p:spTree>
      <p:nvGrpSpPr>
        <p:cNvPr id="1" name=""/>
        <p:cNvGrpSpPr/>
        <p:nvPr/>
      </p:nvGrpSpPr>
      <p:grpSpPr>
        <a:xfrm>
          <a:off x="0" y="0"/>
          <a:ext cx="0" cy="0"/>
          <a:chOff x="0" y="0"/>
          <a:chExt cx="0" cy="0"/>
        </a:xfrm>
      </p:grpSpPr>
      <p:sp>
        <p:nvSpPr>
          <p:cNvPr id="515" name="Interactive SLURM…"/>
          <p:cNvSpPr txBox="1"/>
          <p:nvPr>
            <p:ph type="title"/>
          </p:nvPr>
        </p:nvSpPr>
        <p:spPr>
          <a:xfrm>
            <a:off x="1232489" y="1063969"/>
            <a:ext cx="7802934" cy="2382806"/>
          </a:xfrm>
          <a:prstGeom prst="rect">
            <a:avLst/>
          </a:prstGeom>
        </p:spPr>
        <p:txBody>
          <a:bodyPr/>
          <a:lstStyle/>
          <a:p>
            <a:pPr>
              <a:lnSpc>
                <a:spcPct val="100000"/>
              </a:lnSpc>
              <a:spcBef>
                <a:spcPts val="3000"/>
              </a:spcBef>
              <a:defRPr b="1" spc="-13" sz="3200"/>
            </a:pPr>
            <a:r>
              <a:t>Interactive SLURM</a:t>
            </a:r>
          </a:p>
          <a:p>
            <a:pPr>
              <a:lnSpc>
                <a:spcPct val="100000"/>
              </a:lnSpc>
              <a:spcBef>
                <a:spcPts val="3000"/>
              </a:spcBef>
              <a:defRPr b="1" spc="-10"/>
            </a:pPr>
            <a:r>
              <a:t>Using our Cluster with VSCode interactively.</a:t>
            </a:r>
            <a:br/>
            <a:r>
              <a:t>Follow along!</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7" name="AutoShape 2"/>
          <p:cNvSpPr/>
          <p:nvPr/>
        </p:nvSpPr>
        <p:spPr>
          <a:xfrm rot="10800000">
            <a:off x="-1" y="-1"/>
            <a:ext cx="2459135" cy="6858001"/>
          </a:xfrm>
          <a:prstGeom prst="rect">
            <a:avLst/>
          </a:prstGeom>
          <a:solidFill>
            <a:schemeClr val="accent1"/>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518" name="Freeform 3"/>
          <p:cNvSpPr/>
          <p:nvPr/>
        </p:nvSpPr>
        <p:spPr>
          <a:xfrm>
            <a:off x="-69851" y="4416210"/>
            <a:ext cx="2528985" cy="2528985"/>
          </a:xfrm>
          <a:prstGeom prst="rect">
            <a:avLst/>
          </a:prstGeom>
          <a:blipFill>
            <a:blip r:embed="rId2"/>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pic>
        <p:nvPicPr>
          <p:cNvPr id="519" name="Picture 10" descr="Picture 10"/>
          <p:cNvPicPr>
            <a:picLocks noChangeAspect="1"/>
          </p:cNvPicPr>
          <p:nvPr/>
        </p:nvPicPr>
        <p:blipFill>
          <a:blip r:embed="rId3">
            <a:extLst/>
          </a:blip>
          <a:stretch>
            <a:fillRect/>
          </a:stretch>
        </p:blipFill>
        <p:spPr>
          <a:xfrm>
            <a:off x="-112529" y="5522981"/>
            <a:ext cx="1943085" cy="1298439"/>
          </a:xfrm>
          <a:prstGeom prst="rect">
            <a:avLst/>
          </a:prstGeom>
          <a:ln w="12700">
            <a:miter lim="400000"/>
          </a:ln>
        </p:spPr>
      </p:pic>
      <p:sp>
        <p:nvSpPr>
          <p:cNvPr id="520" name="Freeform 4"/>
          <p:cNvSpPr/>
          <p:nvPr/>
        </p:nvSpPr>
        <p:spPr>
          <a:xfrm>
            <a:off x="10720750" y="477331"/>
            <a:ext cx="1178860" cy="416938"/>
          </a:xfrm>
          <a:prstGeom prst="rect">
            <a:avLst/>
          </a:prstGeom>
          <a:blipFill>
            <a:blip r:embed="rId4"/>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521" name="TextBox 5"/>
          <p:cNvSpPr txBox="1"/>
          <p:nvPr/>
        </p:nvSpPr>
        <p:spPr>
          <a:xfrm>
            <a:off x="-1" y="2918545"/>
            <a:ext cx="2459135" cy="3501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609600">
              <a:lnSpc>
                <a:spcPts val="2600"/>
              </a:lnSpc>
              <a:defRPr sz="2400">
                <a:solidFill>
                  <a:srgbClr val="FFFFFF"/>
                </a:solidFill>
                <a:latin typeface="Futura Bold"/>
                <a:ea typeface="Futura Bold"/>
                <a:cs typeface="Futura Bold"/>
                <a:sym typeface="Futura Bold"/>
              </a:defRPr>
            </a:lvl1pPr>
          </a:lstStyle>
          <a:p>
            <a:pPr/>
            <a:r>
              <a:t>Fairshare</a:t>
            </a:r>
          </a:p>
        </p:txBody>
      </p:sp>
      <p:grpSp>
        <p:nvGrpSpPr>
          <p:cNvPr id="524" name="Group"/>
          <p:cNvGrpSpPr/>
          <p:nvPr/>
        </p:nvGrpSpPr>
        <p:grpSpPr>
          <a:xfrm>
            <a:off x="2461888" y="655824"/>
            <a:ext cx="8055284" cy="3108078"/>
            <a:chOff x="-1381354" y="-279400"/>
            <a:chExt cx="8055283" cy="3108076"/>
          </a:xfrm>
        </p:grpSpPr>
        <p:graphicFrame>
          <p:nvGraphicFramePr>
            <p:cNvPr id="522" name="2D Line Chart"/>
            <p:cNvGraphicFramePr/>
            <p:nvPr/>
          </p:nvGraphicFramePr>
          <p:xfrm>
            <a:off x="-1381355" y="-279400"/>
            <a:ext cx="8055285" cy="2422277"/>
          </p:xfrm>
          <a:graphic xmlns:a="http://schemas.openxmlformats.org/drawingml/2006/main">
            <a:graphicData uri="http://schemas.openxmlformats.org/drawingml/2006/chart">
              <c:chart xmlns:c="http://schemas.openxmlformats.org/drawingml/2006/chart" r:id="rId5"/>
            </a:graphicData>
          </a:graphic>
        </p:graphicFrame>
        <p:sp>
          <p:nvSpPr>
            <p:cNvPr id="523" name="Caption"/>
            <p:cNvSpPr/>
            <p:nvPr/>
          </p:nvSpPr>
          <p:spPr>
            <a:xfrm>
              <a:off x="0" y="2244476"/>
              <a:ext cx="6444784" cy="584201"/>
            </a:xfrm>
            <a:prstGeom prst="roundRect">
              <a:avLst>
                <a:gd name="adj" fmla="val 0"/>
              </a:avLst>
            </a:prstGeom>
            <a:solidFill>
              <a:srgbClr val="000000">
                <a:alpha val="0"/>
              </a:srgbClr>
            </a:soli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noAutofit/>
            </a:bodyPr>
            <a:lstStyle/>
            <a:p>
              <a:pPr>
                <a:defRPr sz="1600"/>
              </a:pPr>
              <a:r>
                <a:rPr b="1">
                  <a:solidFill>
                    <a:schemeClr val="accent1"/>
                  </a:solidFill>
                </a:rPr>
                <a:t>Note: </a:t>
              </a:r>
              <a:r>
                <a:t>Your priority recovers over time when you're not using resources</a:t>
              </a:r>
            </a:p>
          </p:txBody>
        </p:sp>
      </p:grpSp>
      <p:sp>
        <p:nvSpPr>
          <p:cNvPr id="525" name="Everyone wants GPUs. SLURM Fairshare decides who goes first.…"/>
          <p:cNvSpPr txBox="1"/>
          <p:nvPr>
            <p:ph type="body" sz="half" idx="4294967295"/>
          </p:nvPr>
        </p:nvSpPr>
        <p:spPr>
          <a:xfrm>
            <a:off x="2592481" y="4012711"/>
            <a:ext cx="8946307" cy="2648639"/>
          </a:xfrm>
          <a:prstGeom prst="rect">
            <a:avLst/>
          </a:prstGeom>
        </p:spPr>
        <p:txBody>
          <a:bodyPr/>
          <a:lstStyle/>
          <a:p>
            <a:pPr marL="508000" indent="-254000">
              <a:buClrTx/>
              <a:buChar char="•"/>
            </a:pPr>
            <a:r>
              <a:t>Everyone wants GPUs. SLURM Fairshare decides who goes first.</a:t>
            </a:r>
          </a:p>
          <a:p>
            <a:pPr marL="508000" indent="-254000">
              <a:buClrTx/>
              <a:buChar char="•"/>
            </a:pPr>
            <a:r>
              <a:t>Use more → priority drops. Stop using → priority recovers.</a:t>
            </a:r>
          </a:p>
          <a:p>
            <a:pPr marL="508000" indent="-254000">
              <a:buClrTx/>
              <a:buChar char="•"/>
            </a:pPr>
            <a:r>
              <a:t>Check your score: </a:t>
            </a:r>
            <a:r>
              <a:rPr b="1">
                <a:solidFill>
                  <a:schemeClr val="accent1"/>
                </a:solidFill>
                <a:latin typeface="Courier New"/>
                <a:ea typeface="Courier New"/>
                <a:cs typeface="Courier New"/>
                <a:sym typeface="Courier New"/>
              </a:rPr>
              <a:t>sshare -u $USER</a:t>
            </a:r>
            <a:endParaRPr b="1">
              <a:solidFill>
                <a:schemeClr val="accent1"/>
              </a:solidFill>
              <a:latin typeface="Courier New"/>
              <a:ea typeface="Courier New"/>
              <a:cs typeface="Courier New"/>
              <a:sym typeface="Courier New"/>
            </a:endParaRPr>
          </a:p>
          <a:p>
            <a:pPr marL="508000" indent="-254000">
              <a:buClrTx/>
              <a:buChar char="•"/>
              <a:defRPr>
                <a:solidFill>
                  <a:srgbClr val="535353"/>
                </a:solidFill>
              </a:defRPr>
            </a:pPr>
            <a:r>
              <a:t>Test your pipeline in </a:t>
            </a:r>
            <a:r>
              <a:rPr b="1">
                <a:solidFill>
                  <a:schemeClr val="accent1"/>
                </a:solidFill>
                <a:latin typeface="Courier New"/>
                <a:ea typeface="Courier New"/>
                <a:cs typeface="Courier New"/>
                <a:sym typeface="Courier New"/>
              </a:rPr>
              <a:t>pot-hpi-aisc-interactive</a:t>
            </a:r>
            <a:r>
              <a:t> first, then submit long runs via </a:t>
            </a:r>
            <a:r>
              <a:rPr b="1">
                <a:solidFill>
                  <a:schemeClr val="accent1"/>
                </a:solidFill>
                <a:latin typeface="Courier New"/>
                <a:ea typeface="Courier New"/>
                <a:cs typeface="Courier New"/>
                <a:sym typeface="Courier New"/>
              </a:rPr>
              <a:t>pot-hpi-aisc-batch</a:t>
            </a:r>
            <a:r>
              <a:t>.</a:t>
            </a:r>
          </a:p>
          <a:p>
            <a:pPr marL="508000" indent="-254000">
              <a:buClrTx/>
              <a:buChar char="•"/>
            </a:pPr>
            <a:r>
              <a:rPr b="1"/>
              <a:t>Important:</a:t>
            </a:r>
            <a:r>
              <a:t> don't request more than you need, don't leave jobs idle.</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ID="10" grpId="1" fill="hold">
                                  <p:stCondLst>
                                    <p:cond delay="0"/>
                                  </p:stCondLst>
                                  <p:iterate type="el" backwards="0">
                                    <p:tmAbs val="0"/>
                                  </p:iterate>
                                  <p:childTnLst>
                                    <p:set>
                                      <p:cBhvr>
                                        <p:cTn id="6" fill="hold"/>
                                        <p:tgtEl>
                                          <p:spTgt spid="525"/>
                                        </p:tgtEl>
                                        <p:attrNameLst>
                                          <p:attrName>style.visibility</p:attrName>
                                        </p:attrNameLst>
                                      </p:cBhvr>
                                      <p:to>
                                        <p:strVal val="visible"/>
                                      </p:to>
                                    </p:set>
                                    <p:animEffect filter="fade" transition="in">
                                      <p:cBhvr>
                                        <p:cTn id="7" dur="1000"/>
                                        <p:tgtEl>
                                          <p:spTgt spid="5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25" grpId="1"/>
    </p:bldLst>
  </p:timing>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chemeClr val="accent2"/>
        </a:solidFill>
      </p:bgPr>
    </p:bg>
    <p:spTree>
      <p:nvGrpSpPr>
        <p:cNvPr id="1" name=""/>
        <p:cNvGrpSpPr/>
        <p:nvPr/>
      </p:nvGrpSpPr>
      <p:grpSpPr>
        <a:xfrm>
          <a:off x="0" y="0"/>
          <a:ext cx="0" cy="0"/>
          <a:chOff x="0" y="0"/>
          <a:chExt cx="0" cy="0"/>
        </a:xfrm>
      </p:grpSpPr>
      <p:sp>
        <p:nvSpPr>
          <p:cNvPr id="527" name="Textplatzhalter 6"/>
          <p:cNvSpPr txBox="1"/>
          <p:nvPr>
            <p:ph type="body" sz="half" idx="1"/>
          </p:nvPr>
        </p:nvSpPr>
        <p:spPr>
          <a:xfrm>
            <a:off x="754379" y="1105199"/>
            <a:ext cx="4836797" cy="5166998"/>
          </a:xfrm>
          <a:prstGeom prst="rect">
            <a:avLst/>
          </a:prstGeom>
        </p:spPr>
        <p:txBody>
          <a:bodyPr/>
          <a:lstStyle/>
          <a:p>
            <a:pPr>
              <a:lnSpc>
                <a:spcPct val="100000"/>
              </a:lnSpc>
              <a:defRPr b="1" spc="-13" sz="3200"/>
            </a:pPr>
            <a:r>
              <a:t>Part II</a:t>
            </a:r>
          </a:p>
          <a:p>
            <a:pPr>
              <a:lnSpc>
                <a:spcPct val="100000"/>
              </a:lnSpc>
              <a:defRPr b="1"/>
            </a:pPr>
            <a:r>
              <a:t>CPUs, GPUs &amp; AI Workloads</a:t>
            </a:r>
          </a:p>
        </p:txBody>
      </p:sp>
      <p:pic>
        <p:nvPicPr>
          <p:cNvPr id="528" name="csm_Infrastruktur_fuer_das_Training_von_KI-Modellen_087020c9f8.jpeg" descr="csm_Infrastruktur_fuer_das_Training_von_KI-Modellen_087020c9f8.jpeg"/>
          <p:cNvPicPr>
            <a:picLocks noChangeAspect="1"/>
          </p:cNvPicPr>
          <p:nvPr>
            <p:ph type="pic" idx="21"/>
          </p:nvPr>
        </p:nvPicPr>
        <p:blipFill>
          <a:blip r:embed="rId2">
            <a:extLst/>
          </a:blip>
          <a:srcRect l="19759" t="0" r="19759" b="0"/>
          <a:stretch>
            <a:fillRect/>
          </a:stretch>
        </p:blipFill>
        <p:spPr>
          <a:xfrm>
            <a:off x="5976938" y="-1863"/>
            <a:ext cx="6215063" cy="6858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811"/>
                </a:lnTo>
                <a:lnTo>
                  <a:pt x="20646" y="811"/>
                </a:lnTo>
                <a:lnTo>
                  <a:pt x="20646" y="20754"/>
                </a:lnTo>
                <a:lnTo>
                  <a:pt x="0" y="20754"/>
                </a:lnTo>
                <a:lnTo>
                  <a:pt x="0" y="21600"/>
                </a:lnTo>
                <a:lnTo>
                  <a:pt x="21600" y="21600"/>
                </a:lnTo>
                <a:lnTo>
                  <a:pt x="21600" y="0"/>
                </a:lnTo>
                <a:lnTo>
                  <a:pt x="0" y="0"/>
                </a:lnTo>
                <a:close/>
                <a:moveTo>
                  <a:pt x="0" y="841"/>
                </a:moveTo>
                <a:lnTo>
                  <a:pt x="0" y="20724"/>
                </a:lnTo>
                <a:lnTo>
                  <a:pt x="20612" y="20724"/>
                </a:lnTo>
                <a:lnTo>
                  <a:pt x="20612" y="841"/>
                </a:lnTo>
                <a:lnTo>
                  <a:pt x="0" y="841"/>
                </a:lnTo>
                <a:close/>
              </a:path>
            </a:pathLst>
          </a:custGeom>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0" name="AutoShape 2"/>
          <p:cNvSpPr/>
          <p:nvPr/>
        </p:nvSpPr>
        <p:spPr>
          <a:xfrm rot="10800000">
            <a:off x="-1" y="-1"/>
            <a:ext cx="2459135" cy="6858001"/>
          </a:xfrm>
          <a:prstGeom prst="rect">
            <a:avLst/>
          </a:prstGeom>
          <a:solidFill>
            <a:schemeClr val="accent2"/>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531" name="Freeform 3"/>
          <p:cNvSpPr/>
          <p:nvPr/>
        </p:nvSpPr>
        <p:spPr>
          <a:xfrm>
            <a:off x="-69851" y="4416210"/>
            <a:ext cx="2528985" cy="2528985"/>
          </a:xfrm>
          <a:prstGeom prst="rect">
            <a:avLst/>
          </a:prstGeom>
          <a:blipFill>
            <a:blip r:embed="rId2"/>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pic>
        <p:nvPicPr>
          <p:cNvPr id="532" name="Picture 10" descr="Picture 10"/>
          <p:cNvPicPr>
            <a:picLocks noChangeAspect="1"/>
          </p:cNvPicPr>
          <p:nvPr/>
        </p:nvPicPr>
        <p:blipFill>
          <a:blip r:embed="rId3">
            <a:extLst/>
          </a:blip>
          <a:stretch>
            <a:fillRect/>
          </a:stretch>
        </p:blipFill>
        <p:spPr>
          <a:xfrm>
            <a:off x="-112529" y="5522981"/>
            <a:ext cx="1943085" cy="1298439"/>
          </a:xfrm>
          <a:prstGeom prst="rect">
            <a:avLst/>
          </a:prstGeom>
          <a:ln w="12700">
            <a:miter lim="400000"/>
          </a:ln>
        </p:spPr>
      </p:pic>
      <p:sp>
        <p:nvSpPr>
          <p:cNvPr id="533" name="Freeform 4"/>
          <p:cNvSpPr/>
          <p:nvPr/>
        </p:nvSpPr>
        <p:spPr>
          <a:xfrm>
            <a:off x="10720750" y="477331"/>
            <a:ext cx="1178860" cy="416938"/>
          </a:xfrm>
          <a:prstGeom prst="rect">
            <a:avLst/>
          </a:prstGeom>
          <a:blipFill>
            <a:blip r:embed="rId4"/>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534" name="TextBox 5"/>
          <p:cNvSpPr txBox="1"/>
          <p:nvPr/>
        </p:nvSpPr>
        <p:spPr>
          <a:xfrm>
            <a:off x="-1" y="2918545"/>
            <a:ext cx="2459135" cy="3501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609600">
              <a:lnSpc>
                <a:spcPts val="2600"/>
              </a:lnSpc>
              <a:defRPr sz="2400">
                <a:solidFill>
                  <a:srgbClr val="FFFFFF"/>
                </a:solidFill>
                <a:latin typeface="Futura Bold"/>
                <a:ea typeface="Futura Bold"/>
                <a:cs typeface="Futura Bold"/>
                <a:sym typeface="Futura Bold"/>
              </a:defRPr>
            </a:lvl1pPr>
          </a:lstStyle>
          <a:p>
            <a:pPr/>
            <a:r>
              <a:t>CPU</a:t>
            </a:r>
          </a:p>
        </p:txBody>
      </p:sp>
      <p:sp>
        <p:nvSpPr>
          <p:cNvPr id="535" name="Central Processing Unit…"/>
          <p:cNvSpPr txBox="1"/>
          <p:nvPr>
            <p:ph type="body" sz="half" idx="4294967295"/>
          </p:nvPr>
        </p:nvSpPr>
        <p:spPr>
          <a:xfrm>
            <a:off x="2686057" y="1105588"/>
            <a:ext cx="8970824" cy="2266810"/>
          </a:xfrm>
          <a:prstGeom prst="rect">
            <a:avLst/>
          </a:prstGeom>
        </p:spPr>
        <p:txBody>
          <a:bodyPr/>
          <a:lstStyle/>
          <a:p>
            <a:pPr marL="0" indent="0">
              <a:buClrTx/>
              <a:buSzTx/>
              <a:buNone/>
              <a:defRPr b="1" sz="2200"/>
            </a:pPr>
            <a:r>
              <a:t>Central Processing Unit</a:t>
            </a:r>
          </a:p>
          <a:p>
            <a:pPr marL="508000" indent="-254000">
              <a:buClrTx/>
              <a:buChar char="•"/>
            </a:pPr>
            <a:r>
              <a:t>Few powerful cores, optimized for sequential tasks</a:t>
            </a:r>
          </a:p>
          <a:p>
            <a:pPr marL="508000" indent="-254000">
              <a:buClrTx/>
              <a:buChar char="•"/>
            </a:pPr>
            <a:r>
              <a:t>Handles logic, branching, control flow, I/O</a:t>
            </a:r>
          </a:p>
          <a:p>
            <a:pPr marL="508000" indent="-254000">
              <a:buClrTx/>
              <a:buChar char="•"/>
            </a:pPr>
            <a:r>
              <a:t>Our H100 nodes: </a:t>
            </a:r>
          </a:p>
          <a:p>
            <a:pPr lvl="2" marL="1016000" indent="-254000">
              <a:buClrTx/>
              <a:buChar char="•"/>
            </a:pPr>
            <a:r>
              <a:t>2x Intel Xeon 8480C, 112 cores (224 threads)</a:t>
            </a:r>
          </a:p>
        </p:txBody>
      </p:sp>
      <p:grpSp>
        <p:nvGrpSpPr>
          <p:cNvPr id="546" name="Group"/>
          <p:cNvGrpSpPr/>
          <p:nvPr/>
        </p:nvGrpSpPr>
        <p:grpSpPr>
          <a:xfrm>
            <a:off x="3183050" y="3583717"/>
            <a:ext cx="4006478" cy="2504502"/>
            <a:chOff x="0" y="0"/>
            <a:chExt cx="4006476" cy="2504500"/>
          </a:xfrm>
        </p:grpSpPr>
        <p:sp>
          <p:nvSpPr>
            <p:cNvPr id="536" name="Rectangle"/>
            <p:cNvSpPr/>
            <p:nvPr/>
          </p:nvSpPr>
          <p:spPr>
            <a:xfrm>
              <a:off x="0" y="409000"/>
              <a:ext cx="4006477" cy="2095501"/>
            </a:xfrm>
            <a:prstGeom prst="rect">
              <a:avLst/>
            </a:prstGeom>
            <a:solidFill>
              <a:srgbClr val="FFFFFF"/>
            </a:solidFill>
            <a:ln w="63500" cap="flat">
              <a:solidFill>
                <a:schemeClr val="accent1"/>
              </a:solidFill>
              <a:prstDash val="solid"/>
              <a:miter lim="800000"/>
            </a:ln>
            <a:effectLst/>
          </p:spPr>
          <p:txBody>
            <a:bodyPr wrap="square" lIns="45719" tIns="45719" rIns="45719" bIns="45719" numCol="1" anchor="ctr">
              <a:noAutofit/>
            </a:bodyPr>
            <a:lstStyle/>
            <a:p>
              <a:pPr algn="ctr">
                <a:defRPr b="1"/>
              </a:pPr>
            </a:p>
          </p:txBody>
        </p:sp>
        <p:sp>
          <p:nvSpPr>
            <p:cNvPr id="537" name="Core 1"/>
            <p:cNvSpPr/>
            <p:nvPr/>
          </p:nvSpPr>
          <p:spPr>
            <a:xfrm>
              <a:off x="141454" y="588832"/>
              <a:ext cx="762001" cy="762001"/>
            </a:xfrm>
            <a:prstGeom prst="rect">
              <a:avLst/>
            </a:prstGeom>
            <a:solidFill>
              <a:srgbClr val="FFFFFF"/>
            </a:solidFill>
            <a:ln w="25400" cap="flat">
              <a:solidFill>
                <a:schemeClr val="accent2"/>
              </a:solidFill>
              <a:prstDash val="solid"/>
              <a:miter lim="800000"/>
            </a:ln>
            <a:effectLst/>
            <a:extLst>
              <a:ext uri="{C572A759-6A51-4108-AA02-DFA0A04FC94B}">
                <ma14:wrappingTextBoxFlag xmlns:ma14="http://schemas.microsoft.com/office/mac/drawingml/2011/main" val="1"/>
              </a:ext>
            </a:extLst>
          </p:spPr>
          <p:txBody>
            <a:bodyPr wrap="square" lIns="45719" tIns="45719" rIns="45719" bIns="45719" numCol="1" anchor="ctr">
              <a:noAutofit/>
            </a:bodyPr>
            <a:lstStyle>
              <a:lvl1pPr>
                <a:defRPr sz="1500"/>
              </a:lvl1pPr>
            </a:lstStyle>
            <a:p>
              <a:pPr/>
              <a:r>
                <a:t>Core 1</a:t>
              </a:r>
            </a:p>
          </p:txBody>
        </p:sp>
        <p:sp>
          <p:nvSpPr>
            <p:cNvPr id="538" name="Core 2"/>
            <p:cNvSpPr/>
            <p:nvPr/>
          </p:nvSpPr>
          <p:spPr>
            <a:xfrm>
              <a:off x="1128643" y="588832"/>
              <a:ext cx="762001" cy="762001"/>
            </a:xfrm>
            <a:prstGeom prst="rect">
              <a:avLst/>
            </a:prstGeom>
            <a:solidFill>
              <a:srgbClr val="FFFFFF"/>
            </a:solidFill>
            <a:ln w="25400" cap="flat">
              <a:solidFill>
                <a:schemeClr val="accent2"/>
              </a:solidFill>
              <a:prstDash val="solid"/>
              <a:miter lim="800000"/>
            </a:ln>
            <a:effectLst/>
            <a:extLst>
              <a:ext uri="{C572A759-6A51-4108-AA02-DFA0A04FC94B}">
                <ma14:wrappingTextBoxFlag xmlns:ma14="http://schemas.microsoft.com/office/mac/drawingml/2011/main" val="1"/>
              </a:ext>
            </a:extLst>
          </p:spPr>
          <p:txBody>
            <a:bodyPr wrap="square" lIns="45719" tIns="45719" rIns="45719" bIns="45719" numCol="1" anchor="ctr">
              <a:noAutofit/>
            </a:bodyPr>
            <a:lstStyle>
              <a:lvl1pPr>
                <a:defRPr sz="1500"/>
              </a:lvl1pPr>
            </a:lstStyle>
            <a:p>
              <a:pPr/>
              <a:r>
                <a:t>Core 2</a:t>
              </a:r>
            </a:p>
          </p:txBody>
        </p:sp>
        <p:sp>
          <p:nvSpPr>
            <p:cNvPr id="539" name="Core 3"/>
            <p:cNvSpPr/>
            <p:nvPr/>
          </p:nvSpPr>
          <p:spPr>
            <a:xfrm>
              <a:off x="2115833" y="588832"/>
              <a:ext cx="762001" cy="762001"/>
            </a:xfrm>
            <a:prstGeom prst="rect">
              <a:avLst/>
            </a:prstGeom>
            <a:solidFill>
              <a:srgbClr val="FFFFFF"/>
            </a:solidFill>
            <a:ln w="25400" cap="flat">
              <a:solidFill>
                <a:schemeClr val="accent2"/>
              </a:solidFill>
              <a:prstDash val="solid"/>
              <a:miter lim="800000"/>
            </a:ln>
            <a:effectLst/>
            <a:extLst>
              <a:ext uri="{C572A759-6A51-4108-AA02-DFA0A04FC94B}">
                <ma14:wrappingTextBoxFlag xmlns:ma14="http://schemas.microsoft.com/office/mac/drawingml/2011/main" val="1"/>
              </a:ext>
            </a:extLst>
          </p:spPr>
          <p:txBody>
            <a:bodyPr wrap="square" lIns="45719" tIns="45719" rIns="45719" bIns="45719" numCol="1" anchor="ctr">
              <a:noAutofit/>
            </a:bodyPr>
            <a:lstStyle>
              <a:lvl1pPr>
                <a:defRPr sz="1500"/>
              </a:lvl1pPr>
            </a:lstStyle>
            <a:p>
              <a:pPr/>
              <a:r>
                <a:t>Core 3</a:t>
              </a:r>
            </a:p>
          </p:txBody>
        </p:sp>
        <p:sp>
          <p:nvSpPr>
            <p:cNvPr id="540" name="Core 4"/>
            <p:cNvSpPr/>
            <p:nvPr/>
          </p:nvSpPr>
          <p:spPr>
            <a:xfrm>
              <a:off x="3103022" y="588832"/>
              <a:ext cx="762001" cy="762001"/>
            </a:xfrm>
            <a:prstGeom prst="rect">
              <a:avLst/>
            </a:prstGeom>
            <a:solidFill>
              <a:srgbClr val="FFFFFF"/>
            </a:solidFill>
            <a:ln w="25400" cap="flat">
              <a:solidFill>
                <a:schemeClr val="accent2"/>
              </a:solidFill>
              <a:prstDash val="solid"/>
              <a:miter lim="800000"/>
            </a:ln>
            <a:effectLst/>
            <a:extLst>
              <a:ext uri="{C572A759-6A51-4108-AA02-DFA0A04FC94B}">
                <ma14:wrappingTextBoxFlag xmlns:ma14="http://schemas.microsoft.com/office/mac/drawingml/2011/main" val="1"/>
              </a:ext>
            </a:extLst>
          </p:spPr>
          <p:txBody>
            <a:bodyPr wrap="square" lIns="45719" tIns="45719" rIns="45719" bIns="45719" numCol="1" anchor="ctr">
              <a:noAutofit/>
            </a:bodyPr>
            <a:lstStyle>
              <a:lvl1pPr>
                <a:defRPr sz="1500"/>
              </a:lvl1pPr>
            </a:lstStyle>
            <a:p>
              <a:pPr/>
              <a:r>
                <a:t>Core 4</a:t>
              </a:r>
            </a:p>
          </p:txBody>
        </p:sp>
        <p:sp>
          <p:nvSpPr>
            <p:cNvPr id="541" name="Core 5"/>
            <p:cNvSpPr/>
            <p:nvPr/>
          </p:nvSpPr>
          <p:spPr>
            <a:xfrm>
              <a:off x="141454" y="1562668"/>
              <a:ext cx="762001" cy="762001"/>
            </a:xfrm>
            <a:prstGeom prst="rect">
              <a:avLst/>
            </a:prstGeom>
            <a:solidFill>
              <a:srgbClr val="FFFFFF"/>
            </a:solidFill>
            <a:ln w="25400" cap="flat">
              <a:solidFill>
                <a:schemeClr val="accent2"/>
              </a:solidFill>
              <a:prstDash val="solid"/>
              <a:miter lim="800000"/>
            </a:ln>
            <a:effectLst/>
            <a:extLst>
              <a:ext uri="{C572A759-6A51-4108-AA02-DFA0A04FC94B}">
                <ma14:wrappingTextBoxFlag xmlns:ma14="http://schemas.microsoft.com/office/mac/drawingml/2011/main" val="1"/>
              </a:ext>
            </a:extLst>
          </p:spPr>
          <p:txBody>
            <a:bodyPr wrap="square" lIns="45719" tIns="45719" rIns="45719" bIns="45719" numCol="1" anchor="ctr">
              <a:noAutofit/>
            </a:bodyPr>
            <a:lstStyle>
              <a:lvl1pPr>
                <a:defRPr sz="1500"/>
              </a:lvl1pPr>
            </a:lstStyle>
            <a:p>
              <a:pPr/>
              <a:r>
                <a:t>Core 5</a:t>
              </a:r>
            </a:p>
          </p:txBody>
        </p:sp>
        <p:sp>
          <p:nvSpPr>
            <p:cNvPr id="542" name="Core 6"/>
            <p:cNvSpPr/>
            <p:nvPr/>
          </p:nvSpPr>
          <p:spPr>
            <a:xfrm>
              <a:off x="1128643" y="1562668"/>
              <a:ext cx="762001" cy="762001"/>
            </a:xfrm>
            <a:prstGeom prst="rect">
              <a:avLst/>
            </a:prstGeom>
            <a:solidFill>
              <a:srgbClr val="FFFFFF"/>
            </a:solidFill>
            <a:ln w="25400" cap="flat">
              <a:solidFill>
                <a:schemeClr val="accent2"/>
              </a:solidFill>
              <a:prstDash val="solid"/>
              <a:miter lim="800000"/>
            </a:ln>
            <a:effectLst/>
            <a:extLst>
              <a:ext uri="{C572A759-6A51-4108-AA02-DFA0A04FC94B}">
                <ma14:wrappingTextBoxFlag xmlns:ma14="http://schemas.microsoft.com/office/mac/drawingml/2011/main" val="1"/>
              </a:ext>
            </a:extLst>
          </p:spPr>
          <p:txBody>
            <a:bodyPr wrap="square" lIns="45719" tIns="45719" rIns="45719" bIns="45719" numCol="1" anchor="ctr">
              <a:noAutofit/>
            </a:bodyPr>
            <a:lstStyle>
              <a:lvl1pPr>
                <a:defRPr sz="1500"/>
              </a:lvl1pPr>
            </a:lstStyle>
            <a:p>
              <a:pPr/>
              <a:r>
                <a:t>Core 6</a:t>
              </a:r>
            </a:p>
          </p:txBody>
        </p:sp>
        <p:sp>
          <p:nvSpPr>
            <p:cNvPr id="543" name="Core 7"/>
            <p:cNvSpPr/>
            <p:nvPr/>
          </p:nvSpPr>
          <p:spPr>
            <a:xfrm>
              <a:off x="2115833" y="1562668"/>
              <a:ext cx="762001" cy="762001"/>
            </a:xfrm>
            <a:prstGeom prst="rect">
              <a:avLst/>
            </a:prstGeom>
            <a:solidFill>
              <a:srgbClr val="FFFFFF"/>
            </a:solidFill>
            <a:ln w="25400" cap="flat">
              <a:solidFill>
                <a:schemeClr val="accent2"/>
              </a:solidFill>
              <a:prstDash val="solid"/>
              <a:miter lim="800000"/>
            </a:ln>
            <a:effectLst/>
            <a:extLst>
              <a:ext uri="{C572A759-6A51-4108-AA02-DFA0A04FC94B}">
                <ma14:wrappingTextBoxFlag xmlns:ma14="http://schemas.microsoft.com/office/mac/drawingml/2011/main" val="1"/>
              </a:ext>
            </a:extLst>
          </p:spPr>
          <p:txBody>
            <a:bodyPr wrap="square" lIns="45719" tIns="45719" rIns="45719" bIns="45719" numCol="1" anchor="ctr">
              <a:noAutofit/>
            </a:bodyPr>
            <a:lstStyle>
              <a:lvl1pPr>
                <a:defRPr sz="1500"/>
              </a:lvl1pPr>
            </a:lstStyle>
            <a:p>
              <a:pPr/>
              <a:r>
                <a:t>Core 7</a:t>
              </a:r>
            </a:p>
          </p:txBody>
        </p:sp>
        <p:sp>
          <p:nvSpPr>
            <p:cNvPr id="544" name="Core 8"/>
            <p:cNvSpPr/>
            <p:nvPr/>
          </p:nvSpPr>
          <p:spPr>
            <a:xfrm>
              <a:off x="3103022" y="1562668"/>
              <a:ext cx="762001" cy="762001"/>
            </a:xfrm>
            <a:prstGeom prst="rect">
              <a:avLst/>
            </a:prstGeom>
            <a:solidFill>
              <a:srgbClr val="FFFFFF"/>
            </a:solidFill>
            <a:ln w="25400" cap="flat">
              <a:solidFill>
                <a:schemeClr val="accent2"/>
              </a:solidFill>
              <a:prstDash val="solid"/>
              <a:miter lim="800000"/>
            </a:ln>
            <a:effectLst/>
            <a:extLst>
              <a:ext uri="{C572A759-6A51-4108-AA02-DFA0A04FC94B}">
                <ma14:wrappingTextBoxFlag xmlns:ma14="http://schemas.microsoft.com/office/mac/drawingml/2011/main" val="1"/>
              </a:ext>
            </a:extLst>
          </p:spPr>
          <p:txBody>
            <a:bodyPr wrap="square" lIns="45719" tIns="45719" rIns="45719" bIns="45719" numCol="1" anchor="ctr">
              <a:noAutofit/>
            </a:bodyPr>
            <a:lstStyle>
              <a:lvl1pPr>
                <a:defRPr sz="1500"/>
              </a:lvl1pPr>
            </a:lstStyle>
            <a:p>
              <a:pPr/>
              <a:r>
                <a:t>Core 8</a:t>
              </a:r>
            </a:p>
          </p:txBody>
        </p:sp>
        <p:sp>
          <p:nvSpPr>
            <p:cNvPr id="545" name="CPU"/>
            <p:cNvSpPr txBox="1"/>
            <p:nvPr/>
          </p:nvSpPr>
          <p:spPr>
            <a:xfrm>
              <a:off x="1691872" y="0"/>
              <a:ext cx="622732" cy="3708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b="1">
                  <a:solidFill>
                    <a:schemeClr val="accent1"/>
                  </a:solidFill>
                </a:defRPr>
              </a:lvl1pPr>
            </a:lstStyle>
            <a:p>
              <a:pPr/>
              <a:r>
                <a:t>CPU</a:t>
              </a:r>
            </a:p>
          </p:txBody>
        </p:sp>
      </p:grpSp>
      <p:sp>
        <p:nvSpPr>
          <p:cNvPr id="547" name="Each core handles one task at a time"/>
          <p:cNvSpPr txBox="1"/>
          <p:nvPr/>
        </p:nvSpPr>
        <p:spPr>
          <a:xfrm>
            <a:off x="8700754" y="4715348"/>
            <a:ext cx="2459134" cy="650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Each core handles one task at a time</a:t>
            </a:r>
          </a:p>
        </p:txBody>
      </p:sp>
      <p:sp>
        <p:nvSpPr>
          <p:cNvPr id="548" name="Arrow"/>
          <p:cNvSpPr/>
          <p:nvPr/>
        </p:nvSpPr>
        <p:spPr>
          <a:xfrm>
            <a:off x="7175748" y="4724672"/>
            <a:ext cx="1336839" cy="631593"/>
          </a:xfrm>
          <a:prstGeom prst="rightArrow">
            <a:avLst>
              <a:gd name="adj1" fmla="val 45636"/>
              <a:gd name="adj2" fmla="val 52811"/>
            </a:avLst>
          </a:prstGeom>
          <a:solidFill>
            <a:schemeClr val="accent1"/>
          </a:solidFill>
          <a:ln w="12700">
            <a:solidFill>
              <a:schemeClr val="accent1"/>
            </a:solidFill>
            <a:miter/>
          </a:ln>
        </p:spPr>
        <p:txBody>
          <a:bodyPr lIns="45719" rIns="45719" anchor="ctr"/>
          <a:lstStyle/>
          <a:p>
            <a:pP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546"/>
                                        </p:tgtEl>
                                        <p:attrNameLst>
                                          <p:attrName>style.visibility</p:attrName>
                                        </p:attrNameLst>
                                      </p:cBhvr>
                                      <p:to>
                                        <p:strVal val="visible"/>
                                      </p:to>
                                    </p:set>
                                    <p:animEffect filter="fade" transition="in">
                                      <p:cBhvr>
                                        <p:cTn id="7" dur="1000"/>
                                        <p:tgtEl>
                                          <p:spTgt spid="546"/>
                                        </p:tgtEl>
                                      </p:cBhvr>
                                    </p:animEffect>
                                  </p:childTnLst>
                                </p:cTn>
                              </p:par>
                            </p:childTnLst>
                          </p:cTn>
                        </p:par>
                        <p:par>
                          <p:cTn id="8" fill="hold">
                            <p:stCondLst>
                              <p:cond delay="1000"/>
                            </p:stCondLst>
                            <p:childTnLst>
                              <p:par>
                                <p:cTn id="9" presetClass="entr" nodeType="afterEffect" presetSubtype="8" presetID="22" grpId="2" fill="hold">
                                  <p:stCondLst>
                                    <p:cond delay="0"/>
                                  </p:stCondLst>
                                  <p:iterate type="el" backwards="0">
                                    <p:tmAbs val="0"/>
                                  </p:iterate>
                                  <p:childTnLst>
                                    <p:set>
                                      <p:cBhvr>
                                        <p:cTn id="10" fill="hold"/>
                                        <p:tgtEl>
                                          <p:spTgt spid="548"/>
                                        </p:tgtEl>
                                        <p:attrNameLst>
                                          <p:attrName>style.visibility</p:attrName>
                                        </p:attrNameLst>
                                      </p:cBhvr>
                                      <p:to>
                                        <p:strVal val="visible"/>
                                      </p:to>
                                    </p:set>
                                    <p:animEffect filter="wipe(left)" transition="in">
                                      <p:cBhvr>
                                        <p:cTn id="11" dur="1000"/>
                                        <p:tgtEl>
                                          <p:spTgt spid="548"/>
                                        </p:tgtEl>
                                      </p:cBhvr>
                                    </p:animEffect>
                                  </p:childTnLst>
                                </p:cTn>
                              </p:par>
                            </p:childTnLst>
                          </p:cTn>
                        </p:par>
                        <p:par>
                          <p:cTn id="12" fill="hold">
                            <p:stCondLst>
                              <p:cond delay="2000"/>
                            </p:stCondLst>
                            <p:childTnLst>
                              <p:par>
                                <p:cTn id="13" presetClass="entr" nodeType="afterEffect" presetID="10" grpId="3" fill="hold">
                                  <p:stCondLst>
                                    <p:cond delay="0"/>
                                  </p:stCondLst>
                                  <p:iterate type="el" backwards="0">
                                    <p:tmAbs val="0"/>
                                  </p:iterate>
                                  <p:childTnLst>
                                    <p:set>
                                      <p:cBhvr>
                                        <p:cTn id="14" fill="hold"/>
                                        <p:tgtEl>
                                          <p:spTgt spid="547"/>
                                        </p:tgtEl>
                                        <p:attrNameLst>
                                          <p:attrName>style.visibility</p:attrName>
                                        </p:attrNameLst>
                                      </p:cBhvr>
                                      <p:to>
                                        <p:strVal val="visible"/>
                                      </p:to>
                                    </p:set>
                                    <p:animEffect filter="fade" transition="in">
                                      <p:cBhvr>
                                        <p:cTn id="15" dur="1000"/>
                                        <p:tgtEl>
                                          <p:spTgt spid="5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46" grpId="1"/>
      <p:bldP build="whole" bldLvl="1" animBg="1" rev="0" advAuto="0" spid="548" grpId="2"/>
      <p:bldP build="whole" bldLvl="1" animBg="1" rev="0" advAuto="0" spid="547" grpId="3"/>
    </p:bldLst>
  </p:timing>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0" name="AutoShape 2"/>
          <p:cNvSpPr/>
          <p:nvPr/>
        </p:nvSpPr>
        <p:spPr>
          <a:xfrm rot="10800000">
            <a:off x="-1" y="-1"/>
            <a:ext cx="2459135" cy="6858001"/>
          </a:xfrm>
          <a:prstGeom prst="rect">
            <a:avLst/>
          </a:prstGeom>
          <a:solidFill>
            <a:schemeClr val="accent2"/>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551" name="Freeform 3"/>
          <p:cNvSpPr/>
          <p:nvPr/>
        </p:nvSpPr>
        <p:spPr>
          <a:xfrm>
            <a:off x="-69851" y="4416210"/>
            <a:ext cx="2528985" cy="2528985"/>
          </a:xfrm>
          <a:prstGeom prst="rect">
            <a:avLst/>
          </a:prstGeom>
          <a:blipFill>
            <a:blip r:embed="rId2"/>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pic>
        <p:nvPicPr>
          <p:cNvPr id="552" name="Picture 10" descr="Picture 10"/>
          <p:cNvPicPr>
            <a:picLocks noChangeAspect="1"/>
          </p:cNvPicPr>
          <p:nvPr/>
        </p:nvPicPr>
        <p:blipFill>
          <a:blip r:embed="rId3">
            <a:extLst/>
          </a:blip>
          <a:stretch>
            <a:fillRect/>
          </a:stretch>
        </p:blipFill>
        <p:spPr>
          <a:xfrm>
            <a:off x="-112529" y="5522981"/>
            <a:ext cx="1943085" cy="1298439"/>
          </a:xfrm>
          <a:prstGeom prst="rect">
            <a:avLst/>
          </a:prstGeom>
          <a:ln w="12700">
            <a:miter lim="400000"/>
          </a:ln>
        </p:spPr>
      </p:pic>
      <p:sp>
        <p:nvSpPr>
          <p:cNvPr id="553" name="Freeform 4"/>
          <p:cNvSpPr/>
          <p:nvPr/>
        </p:nvSpPr>
        <p:spPr>
          <a:xfrm>
            <a:off x="10720750" y="477331"/>
            <a:ext cx="1178860" cy="416938"/>
          </a:xfrm>
          <a:prstGeom prst="rect">
            <a:avLst/>
          </a:prstGeom>
          <a:blipFill>
            <a:blip r:embed="rId4"/>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554" name="TextBox 5"/>
          <p:cNvSpPr txBox="1"/>
          <p:nvPr/>
        </p:nvSpPr>
        <p:spPr>
          <a:xfrm>
            <a:off x="-1" y="2918545"/>
            <a:ext cx="2459135" cy="3501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609600">
              <a:lnSpc>
                <a:spcPts val="2600"/>
              </a:lnSpc>
              <a:defRPr sz="2400">
                <a:solidFill>
                  <a:srgbClr val="FFFFFF"/>
                </a:solidFill>
                <a:latin typeface="Futura Bold"/>
                <a:ea typeface="Futura Bold"/>
                <a:cs typeface="Futura Bold"/>
                <a:sym typeface="Futura Bold"/>
              </a:defRPr>
            </a:lvl1pPr>
          </a:lstStyle>
          <a:p>
            <a:pPr/>
            <a:r>
              <a:t>GPU</a:t>
            </a:r>
          </a:p>
        </p:txBody>
      </p:sp>
      <p:sp>
        <p:nvSpPr>
          <p:cNvPr id="555" name="Graphics Processing Unit…"/>
          <p:cNvSpPr txBox="1"/>
          <p:nvPr>
            <p:ph type="body" sz="half" idx="4294967295"/>
          </p:nvPr>
        </p:nvSpPr>
        <p:spPr>
          <a:xfrm>
            <a:off x="2686057" y="1105588"/>
            <a:ext cx="8984676" cy="2528984"/>
          </a:xfrm>
          <a:prstGeom prst="rect">
            <a:avLst/>
          </a:prstGeom>
        </p:spPr>
        <p:txBody>
          <a:bodyPr/>
          <a:lstStyle/>
          <a:p>
            <a:pPr marL="0" indent="0">
              <a:buClrTx/>
              <a:buSzTx/>
              <a:buNone/>
              <a:defRPr b="1" sz="2200"/>
            </a:pPr>
            <a:r>
              <a:t>Graphics Processing Unit</a:t>
            </a:r>
          </a:p>
          <a:p>
            <a:pPr marL="508000" indent="-254000">
              <a:buClrTx/>
              <a:buChar char="•"/>
            </a:pPr>
            <a:r>
              <a:t>Originally designed for rendering pixels on screen</a:t>
            </a:r>
          </a:p>
          <a:p>
            <a:pPr marL="508000" indent="-254000">
              <a:buClrTx/>
              <a:buChar char="•"/>
            </a:pPr>
            <a:r>
              <a:t>Thousands of small, simple cores working in parallel</a:t>
            </a:r>
          </a:p>
          <a:p>
            <a:pPr marL="508000" indent="-254000">
              <a:buClrTx/>
              <a:buChar char="•"/>
            </a:pPr>
            <a:r>
              <a:t>One H100 has 16,896 CUDA cores (vs 112 CPU cores on the same node)</a:t>
            </a:r>
          </a:p>
          <a:p>
            <a:pPr marL="508000" indent="-254000">
              <a:buClrTx/>
              <a:buChar char="•"/>
            </a:pPr>
            <a:r>
              <a:t>Key insight: the same parallelism that renders pixels also powers matrix multiplications in neural networks</a:t>
            </a:r>
          </a:p>
        </p:txBody>
      </p:sp>
      <p:sp>
        <p:nvSpPr>
          <p:cNvPr id="556" name="Thousands of cores each doing one simple operation"/>
          <p:cNvSpPr txBox="1"/>
          <p:nvPr/>
        </p:nvSpPr>
        <p:spPr>
          <a:xfrm>
            <a:off x="8422519" y="4935244"/>
            <a:ext cx="3288146" cy="650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Thousands of cores each doing one simple operation</a:t>
            </a:r>
          </a:p>
        </p:txBody>
      </p:sp>
      <p:sp>
        <p:nvSpPr>
          <p:cNvPr id="557" name="Arrow"/>
          <p:cNvSpPr/>
          <p:nvPr/>
        </p:nvSpPr>
        <p:spPr>
          <a:xfrm>
            <a:off x="7045973" y="4944568"/>
            <a:ext cx="1336839" cy="631593"/>
          </a:xfrm>
          <a:prstGeom prst="rightArrow">
            <a:avLst>
              <a:gd name="adj1" fmla="val 45636"/>
              <a:gd name="adj2" fmla="val 52811"/>
            </a:avLst>
          </a:prstGeom>
          <a:solidFill>
            <a:schemeClr val="accent1"/>
          </a:solidFill>
          <a:ln w="12700">
            <a:solidFill>
              <a:schemeClr val="accent1"/>
            </a:solidFill>
            <a:miter/>
          </a:ln>
        </p:spPr>
        <p:txBody>
          <a:bodyPr lIns="45719" rIns="45719" anchor="ctr"/>
          <a:lstStyle/>
          <a:p>
            <a:pPr/>
          </a:p>
        </p:txBody>
      </p:sp>
      <p:grpSp>
        <p:nvGrpSpPr>
          <p:cNvPr id="1164" name="Group"/>
          <p:cNvGrpSpPr/>
          <p:nvPr/>
        </p:nvGrpSpPr>
        <p:grpSpPr>
          <a:xfrm>
            <a:off x="3183050" y="3788217"/>
            <a:ext cx="3886974" cy="2504502"/>
            <a:chOff x="0" y="0"/>
            <a:chExt cx="3886972" cy="2504500"/>
          </a:xfrm>
        </p:grpSpPr>
        <p:sp>
          <p:nvSpPr>
            <p:cNvPr id="558" name="Rectangle"/>
            <p:cNvSpPr/>
            <p:nvPr/>
          </p:nvSpPr>
          <p:spPr>
            <a:xfrm>
              <a:off x="0" y="409000"/>
              <a:ext cx="3886973" cy="2095501"/>
            </a:xfrm>
            <a:prstGeom prst="rect">
              <a:avLst/>
            </a:prstGeom>
            <a:solidFill>
              <a:srgbClr val="FFFFFF"/>
            </a:solidFill>
            <a:ln w="63500" cap="flat">
              <a:solidFill>
                <a:schemeClr val="accent1"/>
              </a:solidFill>
              <a:prstDash val="solid"/>
              <a:miter lim="800000"/>
            </a:ln>
            <a:effectLst/>
          </p:spPr>
          <p:txBody>
            <a:bodyPr wrap="square" lIns="45719" tIns="45719" rIns="45719" bIns="45719" numCol="1" anchor="ctr">
              <a:noAutofit/>
            </a:bodyPr>
            <a:lstStyle/>
            <a:p>
              <a:pPr algn="ctr">
                <a:defRPr b="1"/>
              </a:pPr>
            </a:p>
          </p:txBody>
        </p:sp>
        <p:sp>
          <p:nvSpPr>
            <p:cNvPr id="559" name="GPU"/>
            <p:cNvSpPr txBox="1"/>
            <p:nvPr/>
          </p:nvSpPr>
          <p:spPr>
            <a:xfrm>
              <a:off x="1691871" y="0"/>
              <a:ext cx="642713" cy="3708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b="1">
                  <a:solidFill>
                    <a:schemeClr val="accent1"/>
                  </a:solidFill>
                </a:defRPr>
              </a:lvl1pPr>
            </a:lstStyle>
            <a:p>
              <a:pPr/>
              <a:r>
                <a:t>GPU</a:t>
              </a:r>
            </a:p>
          </p:txBody>
        </p:sp>
        <p:grpSp>
          <p:nvGrpSpPr>
            <p:cNvPr id="710" name="Group"/>
            <p:cNvGrpSpPr/>
            <p:nvPr/>
          </p:nvGrpSpPr>
          <p:grpSpPr>
            <a:xfrm>
              <a:off x="69161" y="475091"/>
              <a:ext cx="1857250" cy="957326"/>
              <a:chOff x="0" y="0"/>
              <a:chExt cx="1857249" cy="957324"/>
            </a:xfrm>
          </p:grpSpPr>
          <p:grpSp>
            <p:nvGrpSpPr>
              <p:cNvPr id="634" name="Group"/>
              <p:cNvGrpSpPr/>
              <p:nvPr/>
            </p:nvGrpSpPr>
            <p:grpSpPr>
              <a:xfrm>
                <a:off x="-1" y="0"/>
                <a:ext cx="911161" cy="957325"/>
                <a:chOff x="0" y="0"/>
                <a:chExt cx="911159" cy="957324"/>
              </a:xfrm>
            </p:grpSpPr>
            <p:grpSp>
              <p:nvGrpSpPr>
                <p:cNvPr id="596" name="Group"/>
                <p:cNvGrpSpPr/>
                <p:nvPr/>
              </p:nvGrpSpPr>
              <p:grpSpPr>
                <a:xfrm>
                  <a:off x="-1" y="0"/>
                  <a:ext cx="435648" cy="957325"/>
                  <a:chOff x="0" y="0"/>
                  <a:chExt cx="435646" cy="957324"/>
                </a:xfrm>
              </p:grpSpPr>
              <p:grpSp>
                <p:nvGrpSpPr>
                  <p:cNvPr id="568" name="Group"/>
                  <p:cNvGrpSpPr/>
                  <p:nvPr/>
                </p:nvGrpSpPr>
                <p:grpSpPr>
                  <a:xfrm>
                    <a:off x="0" y="0"/>
                    <a:ext cx="80443" cy="957325"/>
                    <a:chOff x="0" y="0"/>
                    <a:chExt cx="80442" cy="957324"/>
                  </a:xfrm>
                </p:grpSpPr>
                <p:sp>
                  <p:nvSpPr>
                    <p:cNvPr id="560"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561"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562"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563"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564"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565"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566"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567"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577" name="Group"/>
                  <p:cNvGrpSpPr/>
                  <p:nvPr/>
                </p:nvGrpSpPr>
                <p:grpSpPr>
                  <a:xfrm>
                    <a:off x="118401" y="0"/>
                    <a:ext cx="80443" cy="957325"/>
                    <a:chOff x="0" y="0"/>
                    <a:chExt cx="80442" cy="957324"/>
                  </a:xfrm>
                </p:grpSpPr>
                <p:sp>
                  <p:nvSpPr>
                    <p:cNvPr id="569"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570"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571"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572"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573"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574"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575"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576"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586" name="Group"/>
                  <p:cNvGrpSpPr/>
                  <p:nvPr/>
                </p:nvGrpSpPr>
                <p:grpSpPr>
                  <a:xfrm>
                    <a:off x="236802" y="0"/>
                    <a:ext cx="80444" cy="957325"/>
                    <a:chOff x="0" y="0"/>
                    <a:chExt cx="80442" cy="957324"/>
                  </a:xfrm>
                </p:grpSpPr>
                <p:sp>
                  <p:nvSpPr>
                    <p:cNvPr id="578"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579"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580"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581"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582"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583"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584"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585"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595" name="Group"/>
                  <p:cNvGrpSpPr/>
                  <p:nvPr/>
                </p:nvGrpSpPr>
                <p:grpSpPr>
                  <a:xfrm>
                    <a:off x="355204" y="0"/>
                    <a:ext cx="80443" cy="957325"/>
                    <a:chOff x="0" y="0"/>
                    <a:chExt cx="80442" cy="957324"/>
                  </a:xfrm>
                </p:grpSpPr>
                <p:sp>
                  <p:nvSpPr>
                    <p:cNvPr id="587"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588"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589"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590"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591"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592"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593"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594"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grpSp>
              <p:nvGrpSpPr>
                <p:cNvPr id="633" name="Group"/>
                <p:cNvGrpSpPr/>
                <p:nvPr/>
              </p:nvGrpSpPr>
              <p:grpSpPr>
                <a:xfrm>
                  <a:off x="475513" y="0"/>
                  <a:ext cx="435647" cy="957325"/>
                  <a:chOff x="0" y="0"/>
                  <a:chExt cx="435646" cy="957324"/>
                </a:xfrm>
              </p:grpSpPr>
              <p:grpSp>
                <p:nvGrpSpPr>
                  <p:cNvPr id="605" name="Group"/>
                  <p:cNvGrpSpPr/>
                  <p:nvPr/>
                </p:nvGrpSpPr>
                <p:grpSpPr>
                  <a:xfrm>
                    <a:off x="0" y="0"/>
                    <a:ext cx="80443" cy="957325"/>
                    <a:chOff x="0" y="0"/>
                    <a:chExt cx="80442" cy="957324"/>
                  </a:xfrm>
                </p:grpSpPr>
                <p:sp>
                  <p:nvSpPr>
                    <p:cNvPr id="597"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598"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599"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00"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01"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02"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03"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04"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614" name="Group"/>
                  <p:cNvGrpSpPr/>
                  <p:nvPr/>
                </p:nvGrpSpPr>
                <p:grpSpPr>
                  <a:xfrm>
                    <a:off x="118401" y="0"/>
                    <a:ext cx="80443" cy="957325"/>
                    <a:chOff x="0" y="0"/>
                    <a:chExt cx="80442" cy="957324"/>
                  </a:xfrm>
                </p:grpSpPr>
                <p:sp>
                  <p:nvSpPr>
                    <p:cNvPr id="606"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07"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08"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09"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10"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11"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12"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13"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623" name="Group"/>
                  <p:cNvGrpSpPr/>
                  <p:nvPr/>
                </p:nvGrpSpPr>
                <p:grpSpPr>
                  <a:xfrm>
                    <a:off x="236802" y="0"/>
                    <a:ext cx="80444" cy="957325"/>
                    <a:chOff x="0" y="0"/>
                    <a:chExt cx="80442" cy="957324"/>
                  </a:xfrm>
                </p:grpSpPr>
                <p:sp>
                  <p:nvSpPr>
                    <p:cNvPr id="615"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16"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17"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18"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19"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20"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21"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22"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632" name="Group"/>
                  <p:cNvGrpSpPr/>
                  <p:nvPr/>
                </p:nvGrpSpPr>
                <p:grpSpPr>
                  <a:xfrm>
                    <a:off x="355204" y="0"/>
                    <a:ext cx="80443" cy="957325"/>
                    <a:chOff x="0" y="0"/>
                    <a:chExt cx="80442" cy="957324"/>
                  </a:xfrm>
                </p:grpSpPr>
                <p:sp>
                  <p:nvSpPr>
                    <p:cNvPr id="624"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25"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26"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27"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28"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29"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30"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31"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grpSp>
          <p:grpSp>
            <p:nvGrpSpPr>
              <p:cNvPr id="709" name="Group"/>
              <p:cNvGrpSpPr/>
              <p:nvPr/>
            </p:nvGrpSpPr>
            <p:grpSpPr>
              <a:xfrm>
                <a:off x="946089" y="0"/>
                <a:ext cx="911161" cy="957325"/>
                <a:chOff x="0" y="0"/>
                <a:chExt cx="911159" cy="957324"/>
              </a:xfrm>
            </p:grpSpPr>
            <p:grpSp>
              <p:nvGrpSpPr>
                <p:cNvPr id="671" name="Group"/>
                <p:cNvGrpSpPr/>
                <p:nvPr/>
              </p:nvGrpSpPr>
              <p:grpSpPr>
                <a:xfrm>
                  <a:off x="-1" y="0"/>
                  <a:ext cx="435648" cy="957325"/>
                  <a:chOff x="0" y="0"/>
                  <a:chExt cx="435646" cy="957324"/>
                </a:xfrm>
              </p:grpSpPr>
              <p:grpSp>
                <p:nvGrpSpPr>
                  <p:cNvPr id="643" name="Group"/>
                  <p:cNvGrpSpPr/>
                  <p:nvPr/>
                </p:nvGrpSpPr>
                <p:grpSpPr>
                  <a:xfrm>
                    <a:off x="0" y="0"/>
                    <a:ext cx="80443" cy="957325"/>
                    <a:chOff x="0" y="0"/>
                    <a:chExt cx="80442" cy="957324"/>
                  </a:xfrm>
                </p:grpSpPr>
                <p:sp>
                  <p:nvSpPr>
                    <p:cNvPr id="635"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36"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37"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38"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39"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40"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41"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42"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652" name="Group"/>
                  <p:cNvGrpSpPr/>
                  <p:nvPr/>
                </p:nvGrpSpPr>
                <p:grpSpPr>
                  <a:xfrm>
                    <a:off x="118401" y="0"/>
                    <a:ext cx="80443" cy="957325"/>
                    <a:chOff x="0" y="0"/>
                    <a:chExt cx="80442" cy="957324"/>
                  </a:xfrm>
                </p:grpSpPr>
                <p:sp>
                  <p:nvSpPr>
                    <p:cNvPr id="644"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45"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46"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47"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48"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49"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50"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51"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661" name="Group"/>
                  <p:cNvGrpSpPr/>
                  <p:nvPr/>
                </p:nvGrpSpPr>
                <p:grpSpPr>
                  <a:xfrm>
                    <a:off x="236802" y="0"/>
                    <a:ext cx="80444" cy="957325"/>
                    <a:chOff x="0" y="0"/>
                    <a:chExt cx="80442" cy="957324"/>
                  </a:xfrm>
                </p:grpSpPr>
                <p:sp>
                  <p:nvSpPr>
                    <p:cNvPr id="653"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54"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55"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56"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57"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58"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59"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60"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670" name="Group"/>
                  <p:cNvGrpSpPr/>
                  <p:nvPr/>
                </p:nvGrpSpPr>
                <p:grpSpPr>
                  <a:xfrm>
                    <a:off x="355204" y="0"/>
                    <a:ext cx="80443" cy="957325"/>
                    <a:chOff x="0" y="0"/>
                    <a:chExt cx="80442" cy="957324"/>
                  </a:xfrm>
                </p:grpSpPr>
                <p:sp>
                  <p:nvSpPr>
                    <p:cNvPr id="662"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63"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64"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65"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66"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67"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68"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69"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grpSp>
              <p:nvGrpSpPr>
                <p:cNvPr id="708" name="Group"/>
                <p:cNvGrpSpPr/>
                <p:nvPr/>
              </p:nvGrpSpPr>
              <p:grpSpPr>
                <a:xfrm>
                  <a:off x="475513" y="0"/>
                  <a:ext cx="435647" cy="957325"/>
                  <a:chOff x="0" y="0"/>
                  <a:chExt cx="435646" cy="957324"/>
                </a:xfrm>
              </p:grpSpPr>
              <p:grpSp>
                <p:nvGrpSpPr>
                  <p:cNvPr id="680" name="Group"/>
                  <p:cNvGrpSpPr/>
                  <p:nvPr/>
                </p:nvGrpSpPr>
                <p:grpSpPr>
                  <a:xfrm>
                    <a:off x="0" y="0"/>
                    <a:ext cx="80443" cy="957325"/>
                    <a:chOff x="0" y="0"/>
                    <a:chExt cx="80442" cy="957324"/>
                  </a:xfrm>
                </p:grpSpPr>
                <p:sp>
                  <p:nvSpPr>
                    <p:cNvPr id="672"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73"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74"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75"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76"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77"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78"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79"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689" name="Group"/>
                  <p:cNvGrpSpPr/>
                  <p:nvPr/>
                </p:nvGrpSpPr>
                <p:grpSpPr>
                  <a:xfrm>
                    <a:off x="118401" y="0"/>
                    <a:ext cx="80443" cy="957325"/>
                    <a:chOff x="0" y="0"/>
                    <a:chExt cx="80442" cy="957324"/>
                  </a:xfrm>
                </p:grpSpPr>
                <p:sp>
                  <p:nvSpPr>
                    <p:cNvPr id="681"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82"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83"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84"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85"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86"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87"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88"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698" name="Group"/>
                  <p:cNvGrpSpPr/>
                  <p:nvPr/>
                </p:nvGrpSpPr>
                <p:grpSpPr>
                  <a:xfrm>
                    <a:off x="236802" y="0"/>
                    <a:ext cx="80444" cy="957325"/>
                    <a:chOff x="0" y="0"/>
                    <a:chExt cx="80442" cy="957324"/>
                  </a:xfrm>
                </p:grpSpPr>
                <p:sp>
                  <p:nvSpPr>
                    <p:cNvPr id="690"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91"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92"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93"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94"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95"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96"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697"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707" name="Group"/>
                  <p:cNvGrpSpPr/>
                  <p:nvPr/>
                </p:nvGrpSpPr>
                <p:grpSpPr>
                  <a:xfrm>
                    <a:off x="355204" y="0"/>
                    <a:ext cx="80443" cy="957325"/>
                    <a:chOff x="0" y="0"/>
                    <a:chExt cx="80442" cy="957324"/>
                  </a:xfrm>
                </p:grpSpPr>
                <p:sp>
                  <p:nvSpPr>
                    <p:cNvPr id="699"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00"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01"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02"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03"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04"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05"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06"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grpSp>
        </p:grpSp>
        <p:grpSp>
          <p:nvGrpSpPr>
            <p:cNvPr id="861" name="Group"/>
            <p:cNvGrpSpPr/>
            <p:nvPr/>
          </p:nvGrpSpPr>
          <p:grpSpPr>
            <a:xfrm>
              <a:off x="1962866" y="475091"/>
              <a:ext cx="1857250" cy="957326"/>
              <a:chOff x="0" y="0"/>
              <a:chExt cx="1857249" cy="957324"/>
            </a:xfrm>
          </p:grpSpPr>
          <p:grpSp>
            <p:nvGrpSpPr>
              <p:cNvPr id="785" name="Group"/>
              <p:cNvGrpSpPr/>
              <p:nvPr/>
            </p:nvGrpSpPr>
            <p:grpSpPr>
              <a:xfrm>
                <a:off x="-1" y="0"/>
                <a:ext cx="911161" cy="957325"/>
                <a:chOff x="0" y="0"/>
                <a:chExt cx="911159" cy="957324"/>
              </a:xfrm>
            </p:grpSpPr>
            <p:grpSp>
              <p:nvGrpSpPr>
                <p:cNvPr id="747" name="Group"/>
                <p:cNvGrpSpPr/>
                <p:nvPr/>
              </p:nvGrpSpPr>
              <p:grpSpPr>
                <a:xfrm>
                  <a:off x="-1" y="0"/>
                  <a:ext cx="435648" cy="957325"/>
                  <a:chOff x="0" y="0"/>
                  <a:chExt cx="435646" cy="957324"/>
                </a:xfrm>
              </p:grpSpPr>
              <p:grpSp>
                <p:nvGrpSpPr>
                  <p:cNvPr id="719" name="Group"/>
                  <p:cNvGrpSpPr/>
                  <p:nvPr/>
                </p:nvGrpSpPr>
                <p:grpSpPr>
                  <a:xfrm>
                    <a:off x="0" y="0"/>
                    <a:ext cx="80443" cy="957325"/>
                    <a:chOff x="0" y="0"/>
                    <a:chExt cx="80442" cy="957324"/>
                  </a:xfrm>
                </p:grpSpPr>
                <p:sp>
                  <p:nvSpPr>
                    <p:cNvPr id="711"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12"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13"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14"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15"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16"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17"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18"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728" name="Group"/>
                  <p:cNvGrpSpPr/>
                  <p:nvPr/>
                </p:nvGrpSpPr>
                <p:grpSpPr>
                  <a:xfrm>
                    <a:off x="118401" y="0"/>
                    <a:ext cx="80443" cy="957325"/>
                    <a:chOff x="0" y="0"/>
                    <a:chExt cx="80442" cy="957324"/>
                  </a:xfrm>
                </p:grpSpPr>
                <p:sp>
                  <p:nvSpPr>
                    <p:cNvPr id="720"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21"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22"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23"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24"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25"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26"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27"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737" name="Group"/>
                  <p:cNvGrpSpPr/>
                  <p:nvPr/>
                </p:nvGrpSpPr>
                <p:grpSpPr>
                  <a:xfrm>
                    <a:off x="236802" y="0"/>
                    <a:ext cx="80444" cy="957325"/>
                    <a:chOff x="0" y="0"/>
                    <a:chExt cx="80442" cy="957324"/>
                  </a:xfrm>
                </p:grpSpPr>
                <p:sp>
                  <p:nvSpPr>
                    <p:cNvPr id="729"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30"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31"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32"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33"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34"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35"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36"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746" name="Group"/>
                  <p:cNvGrpSpPr/>
                  <p:nvPr/>
                </p:nvGrpSpPr>
                <p:grpSpPr>
                  <a:xfrm>
                    <a:off x="355204" y="0"/>
                    <a:ext cx="80443" cy="957325"/>
                    <a:chOff x="0" y="0"/>
                    <a:chExt cx="80442" cy="957324"/>
                  </a:xfrm>
                </p:grpSpPr>
                <p:sp>
                  <p:nvSpPr>
                    <p:cNvPr id="738"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39"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40"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41"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42"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43"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44"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45"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grpSp>
              <p:nvGrpSpPr>
                <p:cNvPr id="784" name="Group"/>
                <p:cNvGrpSpPr/>
                <p:nvPr/>
              </p:nvGrpSpPr>
              <p:grpSpPr>
                <a:xfrm>
                  <a:off x="475513" y="0"/>
                  <a:ext cx="435647" cy="957325"/>
                  <a:chOff x="0" y="0"/>
                  <a:chExt cx="435646" cy="957324"/>
                </a:xfrm>
              </p:grpSpPr>
              <p:grpSp>
                <p:nvGrpSpPr>
                  <p:cNvPr id="756" name="Group"/>
                  <p:cNvGrpSpPr/>
                  <p:nvPr/>
                </p:nvGrpSpPr>
                <p:grpSpPr>
                  <a:xfrm>
                    <a:off x="0" y="0"/>
                    <a:ext cx="80443" cy="957325"/>
                    <a:chOff x="0" y="0"/>
                    <a:chExt cx="80442" cy="957324"/>
                  </a:xfrm>
                </p:grpSpPr>
                <p:sp>
                  <p:nvSpPr>
                    <p:cNvPr id="748"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49"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50"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51"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52"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53"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54"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55"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765" name="Group"/>
                  <p:cNvGrpSpPr/>
                  <p:nvPr/>
                </p:nvGrpSpPr>
                <p:grpSpPr>
                  <a:xfrm>
                    <a:off x="118401" y="0"/>
                    <a:ext cx="80443" cy="957325"/>
                    <a:chOff x="0" y="0"/>
                    <a:chExt cx="80442" cy="957324"/>
                  </a:xfrm>
                </p:grpSpPr>
                <p:sp>
                  <p:nvSpPr>
                    <p:cNvPr id="757"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58"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59"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60"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61"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62"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63"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64"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774" name="Group"/>
                  <p:cNvGrpSpPr/>
                  <p:nvPr/>
                </p:nvGrpSpPr>
                <p:grpSpPr>
                  <a:xfrm>
                    <a:off x="236802" y="0"/>
                    <a:ext cx="80444" cy="957325"/>
                    <a:chOff x="0" y="0"/>
                    <a:chExt cx="80442" cy="957324"/>
                  </a:xfrm>
                </p:grpSpPr>
                <p:sp>
                  <p:nvSpPr>
                    <p:cNvPr id="766"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67"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68"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69"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70"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71"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72"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73"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783" name="Group"/>
                  <p:cNvGrpSpPr/>
                  <p:nvPr/>
                </p:nvGrpSpPr>
                <p:grpSpPr>
                  <a:xfrm>
                    <a:off x="355204" y="0"/>
                    <a:ext cx="80443" cy="957325"/>
                    <a:chOff x="0" y="0"/>
                    <a:chExt cx="80442" cy="957324"/>
                  </a:xfrm>
                </p:grpSpPr>
                <p:sp>
                  <p:nvSpPr>
                    <p:cNvPr id="775"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76"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77"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78"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79"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80"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81"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82"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grpSp>
          <p:grpSp>
            <p:nvGrpSpPr>
              <p:cNvPr id="860" name="Group"/>
              <p:cNvGrpSpPr/>
              <p:nvPr/>
            </p:nvGrpSpPr>
            <p:grpSpPr>
              <a:xfrm>
                <a:off x="946089" y="0"/>
                <a:ext cx="911161" cy="957325"/>
                <a:chOff x="0" y="0"/>
                <a:chExt cx="911159" cy="957324"/>
              </a:xfrm>
            </p:grpSpPr>
            <p:grpSp>
              <p:nvGrpSpPr>
                <p:cNvPr id="822" name="Group"/>
                <p:cNvGrpSpPr/>
                <p:nvPr/>
              </p:nvGrpSpPr>
              <p:grpSpPr>
                <a:xfrm>
                  <a:off x="-1" y="0"/>
                  <a:ext cx="435648" cy="957325"/>
                  <a:chOff x="0" y="0"/>
                  <a:chExt cx="435646" cy="957324"/>
                </a:xfrm>
              </p:grpSpPr>
              <p:grpSp>
                <p:nvGrpSpPr>
                  <p:cNvPr id="794" name="Group"/>
                  <p:cNvGrpSpPr/>
                  <p:nvPr/>
                </p:nvGrpSpPr>
                <p:grpSpPr>
                  <a:xfrm>
                    <a:off x="0" y="0"/>
                    <a:ext cx="80443" cy="957325"/>
                    <a:chOff x="0" y="0"/>
                    <a:chExt cx="80442" cy="957324"/>
                  </a:xfrm>
                </p:grpSpPr>
                <p:sp>
                  <p:nvSpPr>
                    <p:cNvPr id="786"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87"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88"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89"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90"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91"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92"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93"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803" name="Group"/>
                  <p:cNvGrpSpPr/>
                  <p:nvPr/>
                </p:nvGrpSpPr>
                <p:grpSpPr>
                  <a:xfrm>
                    <a:off x="118401" y="0"/>
                    <a:ext cx="80443" cy="957325"/>
                    <a:chOff x="0" y="0"/>
                    <a:chExt cx="80442" cy="957324"/>
                  </a:xfrm>
                </p:grpSpPr>
                <p:sp>
                  <p:nvSpPr>
                    <p:cNvPr id="795"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96"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97"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98"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799"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00"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01"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02"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812" name="Group"/>
                  <p:cNvGrpSpPr/>
                  <p:nvPr/>
                </p:nvGrpSpPr>
                <p:grpSpPr>
                  <a:xfrm>
                    <a:off x="236802" y="0"/>
                    <a:ext cx="80444" cy="957325"/>
                    <a:chOff x="0" y="0"/>
                    <a:chExt cx="80442" cy="957324"/>
                  </a:xfrm>
                </p:grpSpPr>
                <p:sp>
                  <p:nvSpPr>
                    <p:cNvPr id="804"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05"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06"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07"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08"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09"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10"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11"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821" name="Group"/>
                  <p:cNvGrpSpPr/>
                  <p:nvPr/>
                </p:nvGrpSpPr>
                <p:grpSpPr>
                  <a:xfrm>
                    <a:off x="355204" y="0"/>
                    <a:ext cx="80443" cy="957325"/>
                    <a:chOff x="0" y="0"/>
                    <a:chExt cx="80442" cy="957324"/>
                  </a:xfrm>
                </p:grpSpPr>
                <p:sp>
                  <p:nvSpPr>
                    <p:cNvPr id="813"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14"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15"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16"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17"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18"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19"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20"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grpSp>
              <p:nvGrpSpPr>
                <p:cNvPr id="859" name="Group"/>
                <p:cNvGrpSpPr/>
                <p:nvPr/>
              </p:nvGrpSpPr>
              <p:grpSpPr>
                <a:xfrm>
                  <a:off x="475513" y="0"/>
                  <a:ext cx="435647" cy="957325"/>
                  <a:chOff x="0" y="0"/>
                  <a:chExt cx="435646" cy="957324"/>
                </a:xfrm>
              </p:grpSpPr>
              <p:grpSp>
                <p:nvGrpSpPr>
                  <p:cNvPr id="831" name="Group"/>
                  <p:cNvGrpSpPr/>
                  <p:nvPr/>
                </p:nvGrpSpPr>
                <p:grpSpPr>
                  <a:xfrm>
                    <a:off x="0" y="0"/>
                    <a:ext cx="80443" cy="957325"/>
                    <a:chOff x="0" y="0"/>
                    <a:chExt cx="80442" cy="957324"/>
                  </a:xfrm>
                </p:grpSpPr>
                <p:sp>
                  <p:nvSpPr>
                    <p:cNvPr id="823"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24"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25"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26"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27"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28"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29"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30"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840" name="Group"/>
                  <p:cNvGrpSpPr/>
                  <p:nvPr/>
                </p:nvGrpSpPr>
                <p:grpSpPr>
                  <a:xfrm>
                    <a:off x="118401" y="0"/>
                    <a:ext cx="80443" cy="957325"/>
                    <a:chOff x="0" y="0"/>
                    <a:chExt cx="80442" cy="957324"/>
                  </a:xfrm>
                </p:grpSpPr>
                <p:sp>
                  <p:nvSpPr>
                    <p:cNvPr id="832"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33"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34"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35"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36"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37"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38"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39"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849" name="Group"/>
                  <p:cNvGrpSpPr/>
                  <p:nvPr/>
                </p:nvGrpSpPr>
                <p:grpSpPr>
                  <a:xfrm>
                    <a:off x="236802" y="0"/>
                    <a:ext cx="80444" cy="957325"/>
                    <a:chOff x="0" y="0"/>
                    <a:chExt cx="80442" cy="957324"/>
                  </a:xfrm>
                </p:grpSpPr>
                <p:sp>
                  <p:nvSpPr>
                    <p:cNvPr id="841"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42"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43"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44"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45"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46"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47"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48"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858" name="Group"/>
                  <p:cNvGrpSpPr/>
                  <p:nvPr/>
                </p:nvGrpSpPr>
                <p:grpSpPr>
                  <a:xfrm>
                    <a:off x="355204" y="0"/>
                    <a:ext cx="80443" cy="957325"/>
                    <a:chOff x="0" y="0"/>
                    <a:chExt cx="80442" cy="957324"/>
                  </a:xfrm>
                </p:grpSpPr>
                <p:sp>
                  <p:nvSpPr>
                    <p:cNvPr id="850"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51"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52"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53"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54"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55"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56"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57"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grpSp>
        </p:grpSp>
        <p:grpSp>
          <p:nvGrpSpPr>
            <p:cNvPr id="1012" name="Group"/>
            <p:cNvGrpSpPr/>
            <p:nvPr/>
          </p:nvGrpSpPr>
          <p:grpSpPr>
            <a:xfrm>
              <a:off x="69161" y="1481084"/>
              <a:ext cx="1857250" cy="957326"/>
              <a:chOff x="0" y="0"/>
              <a:chExt cx="1857249" cy="957324"/>
            </a:xfrm>
          </p:grpSpPr>
          <p:grpSp>
            <p:nvGrpSpPr>
              <p:cNvPr id="936" name="Group"/>
              <p:cNvGrpSpPr/>
              <p:nvPr/>
            </p:nvGrpSpPr>
            <p:grpSpPr>
              <a:xfrm>
                <a:off x="-1" y="0"/>
                <a:ext cx="911161" cy="957325"/>
                <a:chOff x="0" y="0"/>
                <a:chExt cx="911159" cy="957324"/>
              </a:xfrm>
            </p:grpSpPr>
            <p:grpSp>
              <p:nvGrpSpPr>
                <p:cNvPr id="898" name="Group"/>
                <p:cNvGrpSpPr/>
                <p:nvPr/>
              </p:nvGrpSpPr>
              <p:grpSpPr>
                <a:xfrm>
                  <a:off x="-1" y="0"/>
                  <a:ext cx="435648" cy="957325"/>
                  <a:chOff x="0" y="0"/>
                  <a:chExt cx="435646" cy="957324"/>
                </a:xfrm>
              </p:grpSpPr>
              <p:grpSp>
                <p:nvGrpSpPr>
                  <p:cNvPr id="870" name="Group"/>
                  <p:cNvGrpSpPr/>
                  <p:nvPr/>
                </p:nvGrpSpPr>
                <p:grpSpPr>
                  <a:xfrm>
                    <a:off x="0" y="0"/>
                    <a:ext cx="80443" cy="957325"/>
                    <a:chOff x="0" y="0"/>
                    <a:chExt cx="80442" cy="957324"/>
                  </a:xfrm>
                </p:grpSpPr>
                <p:sp>
                  <p:nvSpPr>
                    <p:cNvPr id="862"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63"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64"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65"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66"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67"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68"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69"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879" name="Group"/>
                  <p:cNvGrpSpPr/>
                  <p:nvPr/>
                </p:nvGrpSpPr>
                <p:grpSpPr>
                  <a:xfrm>
                    <a:off x="118401" y="0"/>
                    <a:ext cx="80443" cy="957325"/>
                    <a:chOff x="0" y="0"/>
                    <a:chExt cx="80442" cy="957324"/>
                  </a:xfrm>
                </p:grpSpPr>
                <p:sp>
                  <p:nvSpPr>
                    <p:cNvPr id="871"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72"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73"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74"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75"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76"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77"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78"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888" name="Group"/>
                  <p:cNvGrpSpPr/>
                  <p:nvPr/>
                </p:nvGrpSpPr>
                <p:grpSpPr>
                  <a:xfrm>
                    <a:off x="236802" y="0"/>
                    <a:ext cx="80444" cy="957325"/>
                    <a:chOff x="0" y="0"/>
                    <a:chExt cx="80442" cy="957324"/>
                  </a:xfrm>
                </p:grpSpPr>
                <p:sp>
                  <p:nvSpPr>
                    <p:cNvPr id="880"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81"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82"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83"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84"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85"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86"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87"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897" name="Group"/>
                  <p:cNvGrpSpPr/>
                  <p:nvPr/>
                </p:nvGrpSpPr>
                <p:grpSpPr>
                  <a:xfrm>
                    <a:off x="355204" y="0"/>
                    <a:ext cx="80443" cy="957325"/>
                    <a:chOff x="0" y="0"/>
                    <a:chExt cx="80442" cy="957324"/>
                  </a:xfrm>
                </p:grpSpPr>
                <p:sp>
                  <p:nvSpPr>
                    <p:cNvPr id="889"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90"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91"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92"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93"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94"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95"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896"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grpSp>
              <p:nvGrpSpPr>
                <p:cNvPr id="935" name="Group"/>
                <p:cNvGrpSpPr/>
                <p:nvPr/>
              </p:nvGrpSpPr>
              <p:grpSpPr>
                <a:xfrm>
                  <a:off x="475513" y="0"/>
                  <a:ext cx="435647" cy="957325"/>
                  <a:chOff x="0" y="0"/>
                  <a:chExt cx="435646" cy="957324"/>
                </a:xfrm>
              </p:grpSpPr>
              <p:grpSp>
                <p:nvGrpSpPr>
                  <p:cNvPr id="907" name="Group"/>
                  <p:cNvGrpSpPr/>
                  <p:nvPr/>
                </p:nvGrpSpPr>
                <p:grpSpPr>
                  <a:xfrm>
                    <a:off x="0" y="0"/>
                    <a:ext cx="80443" cy="957325"/>
                    <a:chOff x="0" y="0"/>
                    <a:chExt cx="80442" cy="957324"/>
                  </a:xfrm>
                </p:grpSpPr>
                <p:sp>
                  <p:nvSpPr>
                    <p:cNvPr id="899"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00"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01"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02"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03"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04"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05"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06"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916" name="Group"/>
                  <p:cNvGrpSpPr/>
                  <p:nvPr/>
                </p:nvGrpSpPr>
                <p:grpSpPr>
                  <a:xfrm>
                    <a:off x="118401" y="0"/>
                    <a:ext cx="80443" cy="957325"/>
                    <a:chOff x="0" y="0"/>
                    <a:chExt cx="80442" cy="957324"/>
                  </a:xfrm>
                </p:grpSpPr>
                <p:sp>
                  <p:nvSpPr>
                    <p:cNvPr id="908"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09"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10"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11"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12"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13"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14"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15"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925" name="Group"/>
                  <p:cNvGrpSpPr/>
                  <p:nvPr/>
                </p:nvGrpSpPr>
                <p:grpSpPr>
                  <a:xfrm>
                    <a:off x="236802" y="0"/>
                    <a:ext cx="80444" cy="957325"/>
                    <a:chOff x="0" y="0"/>
                    <a:chExt cx="80442" cy="957324"/>
                  </a:xfrm>
                </p:grpSpPr>
                <p:sp>
                  <p:nvSpPr>
                    <p:cNvPr id="917"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18"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19"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20"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21"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22"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23"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24"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934" name="Group"/>
                  <p:cNvGrpSpPr/>
                  <p:nvPr/>
                </p:nvGrpSpPr>
                <p:grpSpPr>
                  <a:xfrm>
                    <a:off x="355204" y="0"/>
                    <a:ext cx="80443" cy="957325"/>
                    <a:chOff x="0" y="0"/>
                    <a:chExt cx="80442" cy="957324"/>
                  </a:xfrm>
                </p:grpSpPr>
                <p:sp>
                  <p:nvSpPr>
                    <p:cNvPr id="926"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27"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28"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29"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30"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31"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32"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33"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grpSp>
          <p:grpSp>
            <p:nvGrpSpPr>
              <p:cNvPr id="1011" name="Group"/>
              <p:cNvGrpSpPr/>
              <p:nvPr/>
            </p:nvGrpSpPr>
            <p:grpSpPr>
              <a:xfrm>
                <a:off x="946089" y="0"/>
                <a:ext cx="911161" cy="957325"/>
                <a:chOff x="0" y="0"/>
                <a:chExt cx="911159" cy="957324"/>
              </a:xfrm>
            </p:grpSpPr>
            <p:grpSp>
              <p:nvGrpSpPr>
                <p:cNvPr id="973" name="Group"/>
                <p:cNvGrpSpPr/>
                <p:nvPr/>
              </p:nvGrpSpPr>
              <p:grpSpPr>
                <a:xfrm>
                  <a:off x="-1" y="0"/>
                  <a:ext cx="435648" cy="957325"/>
                  <a:chOff x="0" y="0"/>
                  <a:chExt cx="435646" cy="957324"/>
                </a:xfrm>
              </p:grpSpPr>
              <p:grpSp>
                <p:nvGrpSpPr>
                  <p:cNvPr id="945" name="Group"/>
                  <p:cNvGrpSpPr/>
                  <p:nvPr/>
                </p:nvGrpSpPr>
                <p:grpSpPr>
                  <a:xfrm>
                    <a:off x="0" y="0"/>
                    <a:ext cx="80443" cy="957325"/>
                    <a:chOff x="0" y="0"/>
                    <a:chExt cx="80442" cy="957324"/>
                  </a:xfrm>
                </p:grpSpPr>
                <p:sp>
                  <p:nvSpPr>
                    <p:cNvPr id="937"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38"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39"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40"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41"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42"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43"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44"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954" name="Group"/>
                  <p:cNvGrpSpPr/>
                  <p:nvPr/>
                </p:nvGrpSpPr>
                <p:grpSpPr>
                  <a:xfrm>
                    <a:off x="118401" y="0"/>
                    <a:ext cx="80443" cy="957325"/>
                    <a:chOff x="0" y="0"/>
                    <a:chExt cx="80442" cy="957324"/>
                  </a:xfrm>
                </p:grpSpPr>
                <p:sp>
                  <p:nvSpPr>
                    <p:cNvPr id="946"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47"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48"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49"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50"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51"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52"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53"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963" name="Group"/>
                  <p:cNvGrpSpPr/>
                  <p:nvPr/>
                </p:nvGrpSpPr>
                <p:grpSpPr>
                  <a:xfrm>
                    <a:off x="236802" y="0"/>
                    <a:ext cx="80444" cy="957325"/>
                    <a:chOff x="0" y="0"/>
                    <a:chExt cx="80442" cy="957324"/>
                  </a:xfrm>
                </p:grpSpPr>
                <p:sp>
                  <p:nvSpPr>
                    <p:cNvPr id="955"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56"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57"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58"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59"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60"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61"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62"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972" name="Group"/>
                  <p:cNvGrpSpPr/>
                  <p:nvPr/>
                </p:nvGrpSpPr>
                <p:grpSpPr>
                  <a:xfrm>
                    <a:off x="355204" y="0"/>
                    <a:ext cx="80443" cy="957325"/>
                    <a:chOff x="0" y="0"/>
                    <a:chExt cx="80442" cy="957324"/>
                  </a:xfrm>
                </p:grpSpPr>
                <p:sp>
                  <p:nvSpPr>
                    <p:cNvPr id="964"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65"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66"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67"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68"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69"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70"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71"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grpSp>
              <p:nvGrpSpPr>
                <p:cNvPr id="1010" name="Group"/>
                <p:cNvGrpSpPr/>
                <p:nvPr/>
              </p:nvGrpSpPr>
              <p:grpSpPr>
                <a:xfrm>
                  <a:off x="475513" y="0"/>
                  <a:ext cx="435647" cy="957325"/>
                  <a:chOff x="0" y="0"/>
                  <a:chExt cx="435646" cy="957324"/>
                </a:xfrm>
              </p:grpSpPr>
              <p:grpSp>
                <p:nvGrpSpPr>
                  <p:cNvPr id="982" name="Group"/>
                  <p:cNvGrpSpPr/>
                  <p:nvPr/>
                </p:nvGrpSpPr>
                <p:grpSpPr>
                  <a:xfrm>
                    <a:off x="0" y="0"/>
                    <a:ext cx="80443" cy="957325"/>
                    <a:chOff x="0" y="0"/>
                    <a:chExt cx="80442" cy="957324"/>
                  </a:xfrm>
                </p:grpSpPr>
                <p:sp>
                  <p:nvSpPr>
                    <p:cNvPr id="974"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75"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76"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77"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78"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79"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80"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81"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991" name="Group"/>
                  <p:cNvGrpSpPr/>
                  <p:nvPr/>
                </p:nvGrpSpPr>
                <p:grpSpPr>
                  <a:xfrm>
                    <a:off x="118401" y="0"/>
                    <a:ext cx="80443" cy="957325"/>
                    <a:chOff x="0" y="0"/>
                    <a:chExt cx="80442" cy="957324"/>
                  </a:xfrm>
                </p:grpSpPr>
                <p:sp>
                  <p:nvSpPr>
                    <p:cNvPr id="983"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84"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85"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86"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87"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88"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89"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90"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1000" name="Group"/>
                  <p:cNvGrpSpPr/>
                  <p:nvPr/>
                </p:nvGrpSpPr>
                <p:grpSpPr>
                  <a:xfrm>
                    <a:off x="236802" y="0"/>
                    <a:ext cx="80444" cy="957325"/>
                    <a:chOff x="0" y="0"/>
                    <a:chExt cx="80442" cy="957324"/>
                  </a:xfrm>
                </p:grpSpPr>
                <p:sp>
                  <p:nvSpPr>
                    <p:cNvPr id="992"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93"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94"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95"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96"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97"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98"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999"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1009" name="Group"/>
                  <p:cNvGrpSpPr/>
                  <p:nvPr/>
                </p:nvGrpSpPr>
                <p:grpSpPr>
                  <a:xfrm>
                    <a:off x="355204" y="0"/>
                    <a:ext cx="80443" cy="957325"/>
                    <a:chOff x="0" y="0"/>
                    <a:chExt cx="80442" cy="957324"/>
                  </a:xfrm>
                </p:grpSpPr>
                <p:sp>
                  <p:nvSpPr>
                    <p:cNvPr id="1001"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02"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03"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04"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05"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06"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07"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08"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grpSp>
        </p:grpSp>
        <p:grpSp>
          <p:nvGrpSpPr>
            <p:cNvPr id="1163" name="Group"/>
            <p:cNvGrpSpPr/>
            <p:nvPr/>
          </p:nvGrpSpPr>
          <p:grpSpPr>
            <a:xfrm>
              <a:off x="1962866" y="1485868"/>
              <a:ext cx="1857250" cy="957325"/>
              <a:chOff x="0" y="0"/>
              <a:chExt cx="1857249" cy="957324"/>
            </a:xfrm>
          </p:grpSpPr>
          <p:grpSp>
            <p:nvGrpSpPr>
              <p:cNvPr id="1087" name="Group"/>
              <p:cNvGrpSpPr/>
              <p:nvPr/>
            </p:nvGrpSpPr>
            <p:grpSpPr>
              <a:xfrm>
                <a:off x="-1" y="0"/>
                <a:ext cx="911161" cy="957325"/>
                <a:chOff x="0" y="0"/>
                <a:chExt cx="911159" cy="957324"/>
              </a:xfrm>
            </p:grpSpPr>
            <p:grpSp>
              <p:nvGrpSpPr>
                <p:cNvPr id="1049" name="Group"/>
                <p:cNvGrpSpPr/>
                <p:nvPr/>
              </p:nvGrpSpPr>
              <p:grpSpPr>
                <a:xfrm>
                  <a:off x="-1" y="0"/>
                  <a:ext cx="435648" cy="957325"/>
                  <a:chOff x="0" y="0"/>
                  <a:chExt cx="435646" cy="957324"/>
                </a:xfrm>
              </p:grpSpPr>
              <p:grpSp>
                <p:nvGrpSpPr>
                  <p:cNvPr id="1021" name="Group"/>
                  <p:cNvGrpSpPr/>
                  <p:nvPr/>
                </p:nvGrpSpPr>
                <p:grpSpPr>
                  <a:xfrm>
                    <a:off x="0" y="0"/>
                    <a:ext cx="80443" cy="957325"/>
                    <a:chOff x="0" y="0"/>
                    <a:chExt cx="80442" cy="957324"/>
                  </a:xfrm>
                </p:grpSpPr>
                <p:sp>
                  <p:nvSpPr>
                    <p:cNvPr id="1013"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14"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15"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16"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17"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18"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19"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20"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1030" name="Group"/>
                  <p:cNvGrpSpPr/>
                  <p:nvPr/>
                </p:nvGrpSpPr>
                <p:grpSpPr>
                  <a:xfrm>
                    <a:off x="118401" y="0"/>
                    <a:ext cx="80443" cy="957325"/>
                    <a:chOff x="0" y="0"/>
                    <a:chExt cx="80442" cy="957324"/>
                  </a:xfrm>
                </p:grpSpPr>
                <p:sp>
                  <p:nvSpPr>
                    <p:cNvPr id="1022"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23"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24"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25"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26"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27"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28"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29"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1039" name="Group"/>
                  <p:cNvGrpSpPr/>
                  <p:nvPr/>
                </p:nvGrpSpPr>
                <p:grpSpPr>
                  <a:xfrm>
                    <a:off x="236802" y="0"/>
                    <a:ext cx="80444" cy="957325"/>
                    <a:chOff x="0" y="0"/>
                    <a:chExt cx="80442" cy="957324"/>
                  </a:xfrm>
                </p:grpSpPr>
                <p:sp>
                  <p:nvSpPr>
                    <p:cNvPr id="1031"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32"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33"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34"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35"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36"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37"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38"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1048" name="Group"/>
                  <p:cNvGrpSpPr/>
                  <p:nvPr/>
                </p:nvGrpSpPr>
                <p:grpSpPr>
                  <a:xfrm>
                    <a:off x="355204" y="0"/>
                    <a:ext cx="80443" cy="957325"/>
                    <a:chOff x="0" y="0"/>
                    <a:chExt cx="80442" cy="957324"/>
                  </a:xfrm>
                </p:grpSpPr>
                <p:sp>
                  <p:nvSpPr>
                    <p:cNvPr id="1040"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41"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42"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43"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44"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45"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46"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47"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grpSp>
              <p:nvGrpSpPr>
                <p:cNvPr id="1086" name="Group"/>
                <p:cNvGrpSpPr/>
                <p:nvPr/>
              </p:nvGrpSpPr>
              <p:grpSpPr>
                <a:xfrm>
                  <a:off x="475513" y="0"/>
                  <a:ext cx="435647" cy="957325"/>
                  <a:chOff x="0" y="0"/>
                  <a:chExt cx="435646" cy="957324"/>
                </a:xfrm>
              </p:grpSpPr>
              <p:grpSp>
                <p:nvGrpSpPr>
                  <p:cNvPr id="1058" name="Group"/>
                  <p:cNvGrpSpPr/>
                  <p:nvPr/>
                </p:nvGrpSpPr>
                <p:grpSpPr>
                  <a:xfrm>
                    <a:off x="0" y="0"/>
                    <a:ext cx="80443" cy="957325"/>
                    <a:chOff x="0" y="0"/>
                    <a:chExt cx="80442" cy="957324"/>
                  </a:xfrm>
                </p:grpSpPr>
                <p:sp>
                  <p:nvSpPr>
                    <p:cNvPr id="1050"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51"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52"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53"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54"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55"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56"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57"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1067" name="Group"/>
                  <p:cNvGrpSpPr/>
                  <p:nvPr/>
                </p:nvGrpSpPr>
                <p:grpSpPr>
                  <a:xfrm>
                    <a:off x="118401" y="0"/>
                    <a:ext cx="80443" cy="957325"/>
                    <a:chOff x="0" y="0"/>
                    <a:chExt cx="80442" cy="957324"/>
                  </a:xfrm>
                </p:grpSpPr>
                <p:sp>
                  <p:nvSpPr>
                    <p:cNvPr id="1059"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60"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61"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62"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63"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64"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65"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66"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1076" name="Group"/>
                  <p:cNvGrpSpPr/>
                  <p:nvPr/>
                </p:nvGrpSpPr>
                <p:grpSpPr>
                  <a:xfrm>
                    <a:off x="236802" y="0"/>
                    <a:ext cx="80444" cy="957325"/>
                    <a:chOff x="0" y="0"/>
                    <a:chExt cx="80442" cy="957324"/>
                  </a:xfrm>
                </p:grpSpPr>
                <p:sp>
                  <p:nvSpPr>
                    <p:cNvPr id="1068"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69"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70"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71"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72"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73"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74"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75"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1085" name="Group"/>
                  <p:cNvGrpSpPr/>
                  <p:nvPr/>
                </p:nvGrpSpPr>
                <p:grpSpPr>
                  <a:xfrm>
                    <a:off x="355204" y="0"/>
                    <a:ext cx="80443" cy="957325"/>
                    <a:chOff x="0" y="0"/>
                    <a:chExt cx="80442" cy="957324"/>
                  </a:xfrm>
                </p:grpSpPr>
                <p:sp>
                  <p:nvSpPr>
                    <p:cNvPr id="1077"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78"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79"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80"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81"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82"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83"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84"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grpSp>
          <p:grpSp>
            <p:nvGrpSpPr>
              <p:cNvPr id="1162" name="Group"/>
              <p:cNvGrpSpPr/>
              <p:nvPr/>
            </p:nvGrpSpPr>
            <p:grpSpPr>
              <a:xfrm>
                <a:off x="946089" y="0"/>
                <a:ext cx="911161" cy="957325"/>
                <a:chOff x="0" y="0"/>
                <a:chExt cx="911159" cy="957324"/>
              </a:xfrm>
            </p:grpSpPr>
            <p:grpSp>
              <p:nvGrpSpPr>
                <p:cNvPr id="1124" name="Group"/>
                <p:cNvGrpSpPr/>
                <p:nvPr/>
              </p:nvGrpSpPr>
              <p:grpSpPr>
                <a:xfrm>
                  <a:off x="-1" y="0"/>
                  <a:ext cx="435648" cy="957325"/>
                  <a:chOff x="0" y="0"/>
                  <a:chExt cx="435646" cy="957324"/>
                </a:xfrm>
              </p:grpSpPr>
              <p:grpSp>
                <p:nvGrpSpPr>
                  <p:cNvPr id="1096" name="Group"/>
                  <p:cNvGrpSpPr/>
                  <p:nvPr/>
                </p:nvGrpSpPr>
                <p:grpSpPr>
                  <a:xfrm>
                    <a:off x="0" y="0"/>
                    <a:ext cx="80443" cy="957325"/>
                    <a:chOff x="0" y="0"/>
                    <a:chExt cx="80442" cy="957324"/>
                  </a:xfrm>
                </p:grpSpPr>
                <p:sp>
                  <p:nvSpPr>
                    <p:cNvPr id="1088"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89"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90"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91"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92"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93"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94"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95"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1105" name="Group"/>
                  <p:cNvGrpSpPr/>
                  <p:nvPr/>
                </p:nvGrpSpPr>
                <p:grpSpPr>
                  <a:xfrm>
                    <a:off x="118401" y="0"/>
                    <a:ext cx="80443" cy="957325"/>
                    <a:chOff x="0" y="0"/>
                    <a:chExt cx="80442" cy="957324"/>
                  </a:xfrm>
                </p:grpSpPr>
                <p:sp>
                  <p:nvSpPr>
                    <p:cNvPr id="1097"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98"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099"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00"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01"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02"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03"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04"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1114" name="Group"/>
                  <p:cNvGrpSpPr/>
                  <p:nvPr/>
                </p:nvGrpSpPr>
                <p:grpSpPr>
                  <a:xfrm>
                    <a:off x="236802" y="0"/>
                    <a:ext cx="80444" cy="957325"/>
                    <a:chOff x="0" y="0"/>
                    <a:chExt cx="80442" cy="957324"/>
                  </a:xfrm>
                </p:grpSpPr>
                <p:sp>
                  <p:nvSpPr>
                    <p:cNvPr id="1106"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07"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08"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09"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10"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11"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12"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13"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1123" name="Group"/>
                  <p:cNvGrpSpPr/>
                  <p:nvPr/>
                </p:nvGrpSpPr>
                <p:grpSpPr>
                  <a:xfrm>
                    <a:off x="355204" y="0"/>
                    <a:ext cx="80443" cy="957325"/>
                    <a:chOff x="0" y="0"/>
                    <a:chExt cx="80442" cy="957324"/>
                  </a:xfrm>
                </p:grpSpPr>
                <p:sp>
                  <p:nvSpPr>
                    <p:cNvPr id="1115"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16"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17"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18"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19"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20"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21"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22"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grpSp>
              <p:nvGrpSpPr>
                <p:cNvPr id="1161" name="Group"/>
                <p:cNvGrpSpPr/>
                <p:nvPr/>
              </p:nvGrpSpPr>
              <p:grpSpPr>
                <a:xfrm>
                  <a:off x="475513" y="0"/>
                  <a:ext cx="435647" cy="957325"/>
                  <a:chOff x="0" y="0"/>
                  <a:chExt cx="435646" cy="957324"/>
                </a:xfrm>
              </p:grpSpPr>
              <p:grpSp>
                <p:nvGrpSpPr>
                  <p:cNvPr id="1133" name="Group"/>
                  <p:cNvGrpSpPr/>
                  <p:nvPr/>
                </p:nvGrpSpPr>
                <p:grpSpPr>
                  <a:xfrm>
                    <a:off x="0" y="0"/>
                    <a:ext cx="80443" cy="957325"/>
                    <a:chOff x="0" y="0"/>
                    <a:chExt cx="80442" cy="957324"/>
                  </a:xfrm>
                </p:grpSpPr>
                <p:sp>
                  <p:nvSpPr>
                    <p:cNvPr id="1125"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26"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27"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28"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29"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30"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31"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32"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1142" name="Group"/>
                  <p:cNvGrpSpPr/>
                  <p:nvPr/>
                </p:nvGrpSpPr>
                <p:grpSpPr>
                  <a:xfrm>
                    <a:off x="118401" y="0"/>
                    <a:ext cx="80443" cy="957325"/>
                    <a:chOff x="0" y="0"/>
                    <a:chExt cx="80442" cy="957324"/>
                  </a:xfrm>
                </p:grpSpPr>
                <p:sp>
                  <p:nvSpPr>
                    <p:cNvPr id="1134"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35"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36"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37"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38"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39"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40"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41"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1151" name="Group"/>
                  <p:cNvGrpSpPr/>
                  <p:nvPr/>
                </p:nvGrpSpPr>
                <p:grpSpPr>
                  <a:xfrm>
                    <a:off x="236802" y="0"/>
                    <a:ext cx="80444" cy="957325"/>
                    <a:chOff x="0" y="0"/>
                    <a:chExt cx="80442" cy="957324"/>
                  </a:xfrm>
                </p:grpSpPr>
                <p:sp>
                  <p:nvSpPr>
                    <p:cNvPr id="1143"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44"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45"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46"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47"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48"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49"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50"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nvGrpSpPr>
                  <p:cNvPr id="1160" name="Group"/>
                  <p:cNvGrpSpPr/>
                  <p:nvPr/>
                </p:nvGrpSpPr>
                <p:grpSpPr>
                  <a:xfrm>
                    <a:off x="355204" y="0"/>
                    <a:ext cx="80443" cy="957325"/>
                    <a:chOff x="0" y="0"/>
                    <a:chExt cx="80442" cy="957324"/>
                  </a:xfrm>
                </p:grpSpPr>
                <p:sp>
                  <p:nvSpPr>
                    <p:cNvPr id="1152" name="Square"/>
                    <p:cNvSpPr/>
                    <p:nvPr/>
                  </p:nvSpPr>
                  <p:spPr>
                    <a:xfrm>
                      <a:off x="0" y="0"/>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53" name="Square"/>
                    <p:cNvSpPr/>
                    <p:nvPr/>
                  </p:nvSpPr>
                  <p:spPr>
                    <a:xfrm>
                      <a:off x="0" y="125269"/>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54" name="Square"/>
                    <p:cNvSpPr/>
                    <p:nvPr/>
                  </p:nvSpPr>
                  <p:spPr>
                    <a:xfrm>
                      <a:off x="0" y="250537"/>
                      <a:ext cx="80443" cy="80444"/>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55" name="Square"/>
                    <p:cNvSpPr/>
                    <p:nvPr/>
                  </p:nvSpPr>
                  <p:spPr>
                    <a:xfrm>
                      <a:off x="0" y="375806"/>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56" name="Square"/>
                    <p:cNvSpPr/>
                    <p:nvPr/>
                  </p:nvSpPr>
                  <p:spPr>
                    <a:xfrm>
                      <a:off x="0" y="501075"/>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57" name="Square"/>
                    <p:cNvSpPr/>
                    <p:nvPr/>
                  </p:nvSpPr>
                  <p:spPr>
                    <a:xfrm>
                      <a:off x="0" y="626344"/>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58" name="Square"/>
                    <p:cNvSpPr/>
                    <p:nvPr/>
                  </p:nvSpPr>
                  <p:spPr>
                    <a:xfrm>
                      <a:off x="0" y="751613"/>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sp>
                  <p:nvSpPr>
                    <p:cNvPr id="1159" name="Square"/>
                    <p:cNvSpPr/>
                    <p:nvPr/>
                  </p:nvSpPr>
                  <p:spPr>
                    <a:xfrm>
                      <a:off x="0" y="876882"/>
                      <a:ext cx="80443" cy="80443"/>
                    </a:xfrm>
                    <a:prstGeom prst="rect">
                      <a:avLst/>
                    </a:prstGeom>
                    <a:solidFill>
                      <a:srgbClr val="FFFFFF"/>
                    </a:solidFill>
                    <a:ln w="12700" cap="flat">
                      <a:solidFill>
                        <a:schemeClr val="accent2"/>
                      </a:solidFill>
                      <a:prstDash val="solid"/>
                      <a:miter lim="800000"/>
                    </a:ln>
                    <a:effectLst/>
                  </p:spPr>
                  <p:txBody>
                    <a:bodyPr wrap="square" lIns="45719" tIns="45719" rIns="45719" bIns="45719" numCol="1" anchor="ctr">
                      <a:noAutofit/>
                    </a:bodyPr>
                    <a:lstStyle/>
                    <a:p>
                      <a:pPr>
                        <a:defRPr sz="1500"/>
                      </a:pPr>
                    </a:p>
                  </p:txBody>
                </p:sp>
              </p:grpSp>
            </p:grpSp>
          </p:grpSp>
        </p:gr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1164"/>
                                        </p:tgtEl>
                                        <p:attrNameLst>
                                          <p:attrName>style.visibility</p:attrName>
                                        </p:attrNameLst>
                                      </p:cBhvr>
                                      <p:to>
                                        <p:strVal val="visible"/>
                                      </p:to>
                                    </p:set>
                                    <p:animEffect filter="fade" transition="in">
                                      <p:cBhvr>
                                        <p:cTn id="7" dur="1000"/>
                                        <p:tgtEl>
                                          <p:spTgt spid="1164"/>
                                        </p:tgtEl>
                                      </p:cBhvr>
                                    </p:animEffect>
                                  </p:childTnLst>
                                </p:cTn>
                              </p:par>
                            </p:childTnLst>
                          </p:cTn>
                        </p:par>
                        <p:par>
                          <p:cTn id="8" fill="hold">
                            <p:stCondLst>
                              <p:cond delay="1000"/>
                            </p:stCondLst>
                            <p:childTnLst>
                              <p:par>
                                <p:cTn id="9" presetClass="entr" nodeType="afterEffect" presetSubtype="8" presetID="22" grpId="2" fill="hold">
                                  <p:stCondLst>
                                    <p:cond delay="0"/>
                                  </p:stCondLst>
                                  <p:iterate type="el" backwards="0">
                                    <p:tmAbs val="0"/>
                                  </p:iterate>
                                  <p:childTnLst>
                                    <p:set>
                                      <p:cBhvr>
                                        <p:cTn id="10" fill="hold"/>
                                        <p:tgtEl>
                                          <p:spTgt spid="557"/>
                                        </p:tgtEl>
                                        <p:attrNameLst>
                                          <p:attrName>style.visibility</p:attrName>
                                        </p:attrNameLst>
                                      </p:cBhvr>
                                      <p:to>
                                        <p:strVal val="visible"/>
                                      </p:to>
                                    </p:set>
                                    <p:animEffect filter="wipe(left)" transition="in">
                                      <p:cBhvr>
                                        <p:cTn id="11" dur="1000"/>
                                        <p:tgtEl>
                                          <p:spTgt spid="557"/>
                                        </p:tgtEl>
                                      </p:cBhvr>
                                    </p:animEffect>
                                  </p:childTnLst>
                                </p:cTn>
                              </p:par>
                            </p:childTnLst>
                          </p:cTn>
                        </p:par>
                        <p:par>
                          <p:cTn id="12" fill="hold">
                            <p:stCondLst>
                              <p:cond delay="2000"/>
                            </p:stCondLst>
                            <p:childTnLst>
                              <p:par>
                                <p:cTn id="13" presetClass="entr" nodeType="afterEffect" presetID="10" grpId="3" fill="hold">
                                  <p:stCondLst>
                                    <p:cond delay="0"/>
                                  </p:stCondLst>
                                  <p:iterate type="el" backwards="0">
                                    <p:tmAbs val="0"/>
                                  </p:iterate>
                                  <p:childTnLst>
                                    <p:set>
                                      <p:cBhvr>
                                        <p:cTn id="14" fill="hold"/>
                                        <p:tgtEl>
                                          <p:spTgt spid="556"/>
                                        </p:tgtEl>
                                        <p:attrNameLst>
                                          <p:attrName>style.visibility</p:attrName>
                                        </p:attrNameLst>
                                      </p:cBhvr>
                                      <p:to>
                                        <p:strVal val="visible"/>
                                      </p:to>
                                    </p:set>
                                    <p:animEffect filter="fade" transition="in">
                                      <p:cBhvr>
                                        <p:cTn id="15" dur="1000"/>
                                        <p:tgtEl>
                                          <p:spTgt spid="5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57" grpId="2"/>
      <p:bldP build="whole" bldLvl="1" animBg="1" rev="0" advAuto="0" spid="556" grpId="3"/>
      <p:bldP build="whole" bldLvl="1" animBg="1" rev="0" advAuto="0" spid="1164" grpId="1"/>
    </p:bldLst>
  </p:timing>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66" name="AutoShape 2"/>
          <p:cNvSpPr/>
          <p:nvPr/>
        </p:nvSpPr>
        <p:spPr>
          <a:xfrm rot="10800000">
            <a:off x="-1" y="-1"/>
            <a:ext cx="2459135" cy="6858001"/>
          </a:xfrm>
          <a:prstGeom prst="rect">
            <a:avLst/>
          </a:prstGeom>
          <a:solidFill>
            <a:schemeClr val="accent2"/>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1167" name="Freeform 3"/>
          <p:cNvSpPr/>
          <p:nvPr/>
        </p:nvSpPr>
        <p:spPr>
          <a:xfrm>
            <a:off x="-69851" y="4416210"/>
            <a:ext cx="2528985" cy="2528985"/>
          </a:xfrm>
          <a:prstGeom prst="rect">
            <a:avLst/>
          </a:prstGeom>
          <a:blipFill>
            <a:blip r:embed="rId2"/>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pic>
        <p:nvPicPr>
          <p:cNvPr id="1168" name="Picture 10" descr="Picture 10"/>
          <p:cNvPicPr>
            <a:picLocks noChangeAspect="1"/>
          </p:cNvPicPr>
          <p:nvPr/>
        </p:nvPicPr>
        <p:blipFill>
          <a:blip r:embed="rId3">
            <a:extLst/>
          </a:blip>
          <a:stretch>
            <a:fillRect/>
          </a:stretch>
        </p:blipFill>
        <p:spPr>
          <a:xfrm>
            <a:off x="-112529" y="5522981"/>
            <a:ext cx="1943085" cy="1298439"/>
          </a:xfrm>
          <a:prstGeom prst="rect">
            <a:avLst/>
          </a:prstGeom>
          <a:ln w="12700">
            <a:miter lim="400000"/>
          </a:ln>
        </p:spPr>
      </p:pic>
      <p:sp>
        <p:nvSpPr>
          <p:cNvPr id="1169" name="Freeform 4"/>
          <p:cNvSpPr/>
          <p:nvPr/>
        </p:nvSpPr>
        <p:spPr>
          <a:xfrm>
            <a:off x="10720750" y="477331"/>
            <a:ext cx="1178860" cy="416938"/>
          </a:xfrm>
          <a:prstGeom prst="rect">
            <a:avLst/>
          </a:prstGeom>
          <a:blipFill>
            <a:blip r:embed="rId4"/>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1170" name="TextBox 5"/>
          <p:cNvSpPr txBox="1"/>
          <p:nvPr/>
        </p:nvSpPr>
        <p:spPr>
          <a:xfrm>
            <a:off x="-1" y="2918545"/>
            <a:ext cx="2459135" cy="3501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609600">
              <a:lnSpc>
                <a:spcPts val="2600"/>
              </a:lnSpc>
              <a:defRPr sz="2400">
                <a:solidFill>
                  <a:srgbClr val="FFFFFF"/>
                </a:solidFill>
                <a:latin typeface="Futura Bold"/>
                <a:ea typeface="Futura Bold"/>
                <a:cs typeface="Futura Bold"/>
                <a:sym typeface="Futura Bold"/>
              </a:defRPr>
            </a:lvl1pPr>
          </a:lstStyle>
          <a:p>
            <a:pPr/>
            <a:r>
              <a:t>CPU vs GPU</a:t>
            </a:r>
          </a:p>
        </p:txBody>
      </p:sp>
      <p:sp>
        <p:nvSpPr>
          <p:cNvPr id="1171" name="Rectangle"/>
          <p:cNvSpPr/>
          <p:nvPr/>
        </p:nvSpPr>
        <p:spPr>
          <a:xfrm>
            <a:off x="2908019" y="1007292"/>
            <a:ext cx="4006458" cy="5528496"/>
          </a:xfrm>
          <a:prstGeom prst="rect">
            <a:avLst/>
          </a:prstGeom>
          <a:solidFill>
            <a:srgbClr val="FFFFFF"/>
          </a:solidFill>
          <a:ln w="50800">
            <a:solidFill>
              <a:schemeClr val="accent2"/>
            </a:solidFill>
            <a:miter/>
          </a:ln>
        </p:spPr>
        <p:txBody>
          <a:bodyPr lIns="45719" rIns="45719" anchor="ctr"/>
          <a:lstStyle/>
          <a:p>
            <a:pPr/>
          </a:p>
        </p:txBody>
      </p:sp>
      <p:sp>
        <p:nvSpPr>
          <p:cNvPr id="1172" name="Rectangle"/>
          <p:cNvSpPr/>
          <p:nvPr/>
        </p:nvSpPr>
        <p:spPr>
          <a:xfrm>
            <a:off x="7113848" y="1007292"/>
            <a:ext cx="4006458" cy="5528496"/>
          </a:xfrm>
          <a:prstGeom prst="rect">
            <a:avLst/>
          </a:prstGeom>
          <a:solidFill>
            <a:srgbClr val="FFFFFF"/>
          </a:solidFill>
          <a:ln w="50800">
            <a:solidFill>
              <a:schemeClr val="accent1"/>
            </a:solidFill>
            <a:miter/>
          </a:ln>
        </p:spPr>
        <p:txBody>
          <a:bodyPr lIns="45719" rIns="45719" anchor="ctr"/>
          <a:lstStyle/>
          <a:p>
            <a:pPr/>
          </a:p>
        </p:txBody>
      </p:sp>
      <p:sp>
        <p:nvSpPr>
          <p:cNvPr id="1173" name="CPU excels at"/>
          <p:cNvSpPr txBox="1"/>
          <p:nvPr/>
        </p:nvSpPr>
        <p:spPr>
          <a:xfrm>
            <a:off x="3894462" y="1336543"/>
            <a:ext cx="2033573" cy="3962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000"/>
            </a:lvl1pPr>
          </a:lstStyle>
          <a:p>
            <a:pPr/>
            <a:r>
              <a:t>CPU excels at</a:t>
            </a:r>
          </a:p>
        </p:txBody>
      </p:sp>
      <p:sp>
        <p:nvSpPr>
          <p:cNvPr id="1174" name="GPU excels at"/>
          <p:cNvSpPr txBox="1"/>
          <p:nvPr/>
        </p:nvSpPr>
        <p:spPr>
          <a:xfrm>
            <a:off x="7972358" y="1336543"/>
            <a:ext cx="2055774" cy="3962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000"/>
            </a:lvl1pPr>
          </a:lstStyle>
          <a:p>
            <a:pPr/>
            <a:r>
              <a:t>GPU excels at</a:t>
            </a:r>
          </a:p>
        </p:txBody>
      </p:sp>
      <p:sp>
        <p:nvSpPr>
          <p:cNvPr id="1175" name="Data loading and preprocessing (pandas, file I/O)…"/>
          <p:cNvSpPr txBox="1"/>
          <p:nvPr/>
        </p:nvSpPr>
        <p:spPr>
          <a:xfrm>
            <a:off x="3012415" y="2417418"/>
            <a:ext cx="3797667" cy="3025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00526" indent="-200526">
              <a:buSzPct val="100000"/>
              <a:buChar char="•"/>
              <a:defRPr sz="1700"/>
            </a:pPr>
            <a:r>
              <a:t>Data loading and preprocessing (pandas, file I/O)</a:t>
            </a:r>
            <a:br/>
          </a:p>
          <a:p>
            <a:pPr marL="200526" indent="-200526">
              <a:buSzPct val="100000"/>
              <a:buChar char="•"/>
              <a:defRPr sz="1700"/>
            </a:pPr>
            <a:r>
              <a:t>Control flow and branching logic</a:t>
            </a:r>
            <a:br/>
          </a:p>
          <a:p>
            <a:pPr marL="200526" indent="-200526">
              <a:buSzPct val="100000"/>
              <a:buChar char="•"/>
              <a:defRPr sz="1700"/>
            </a:pPr>
            <a:r>
              <a:t>Classical ML models (sklearn, XGBoost on small data)</a:t>
            </a:r>
            <a:br/>
          </a:p>
          <a:p>
            <a:pPr marL="200526" indent="-200526">
              <a:buSzPct val="100000"/>
              <a:buChar char="•"/>
              <a:defRPr sz="1700"/>
            </a:pPr>
            <a:r>
              <a:t>Orchestrating the training pipeline</a:t>
            </a:r>
            <a:br/>
          </a:p>
        </p:txBody>
      </p:sp>
      <p:sp>
        <p:nvSpPr>
          <p:cNvPr id="1176" name="Matrix multiplications (core of every neural network)…"/>
          <p:cNvSpPr txBox="1"/>
          <p:nvPr/>
        </p:nvSpPr>
        <p:spPr>
          <a:xfrm>
            <a:off x="7218243" y="2401978"/>
            <a:ext cx="3797668" cy="2491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00526" indent="-200526">
              <a:buSzPct val="100000"/>
              <a:buChar char="•"/>
              <a:defRPr sz="1700"/>
            </a:pPr>
            <a:r>
              <a:t>Matrix multiplications (core of every neural network)</a:t>
            </a:r>
            <a:br/>
          </a:p>
          <a:p>
            <a:pPr marL="200526" indent="-200526">
              <a:buSzPct val="100000"/>
              <a:buChar char="•"/>
              <a:defRPr sz="1700"/>
            </a:pPr>
            <a:r>
              <a:t>Model Training and Inference</a:t>
            </a:r>
            <a:br/>
          </a:p>
          <a:p>
            <a:pPr marL="200526" indent="-200526">
              <a:buSzPct val="100000"/>
              <a:buChar char="•"/>
              <a:defRPr sz="1700"/>
            </a:pPr>
            <a:r>
              <a:t>Applying the same operation to lots of data in parallel </a:t>
            </a:r>
            <a:br/>
            <a:r>
              <a:t>(Single Instruction Multiple Data,</a:t>
            </a:r>
            <a:r>
              <a:rPr b="1"/>
              <a:t> SIMD</a:t>
            </a:r>
            <a:r>
              <a:t>)</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1175"/>
                                        </p:tgtEl>
                                        <p:attrNameLst>
                                          <p:attrName>style.visibility</p:attrName>
                                        </p:attrNameLst>
                                      </p:cBhvr>
                                      <p:to>
                                        <p:strVal val="visible"/>
                                      </p:to>
                                    </p:set>
                                    <p:animEffect filter="fade" transition="in">
                                      <p:cBhvr>
                                        <p:cTn id="7" dur="1000"/>
                                        <p:tgtEl>
                                          <p:spTgt spid="1175"/>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1176"/>
                                        </p:tgtEl>
                                        <p:attrNameLst>
                                          <p:attrName>style.visibility</p:attrName>
                                        </p:attrNameLst>
                                      </p:cBhvr>
                                      <p:to>
                                        <p:strVal val="visible"/>
                                      </p:to>
                                    </p:set>
                                    <p:animEffect filter="fade" transition="in">
                                      <p:cBhvr>
                                        <p:cTn id="12" dur="1000"/>
                                        <p:tgtEl>
                                          <p:spTgt spid="11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175" grpId="1"/>
      <p:bldP build="whole" bldLvl="1" animBg="1" rev="0" advAuto="0" spid="1176" grpId="2"/>
    </p:bldLst>
  </p:timing>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78" name="AutoShape 2"/>
          <p:cNvSpPr/>
          <p:nvPr/>
        </p:nvSpPr>
        <p:spPr>
          <a:xfrm rot="10800000">
            <a:off x="-1" y="-1"/>
            <a:ext cx="2459135" cy="6858001"/>
          </a:xfrm>
          <a:prstGeom prst="rect">
            <a:avLst/>
          </a:prstGeom>
          <a:solidFill>
            <a:schemeClr val="accent2"/>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1179" name="Freeform 3"/>
          <p:cNvSpPr/>
          <p:nvPr/>
        </p:nvSpPr>
        <p:spPr>
          <a:xfrm>
            <a:off x="-69851" y="4416210"/>
            <a:ext cx="2528985" cy="2528985"/>
          </a:xfrm>
          <a:prstGeom prst="rect">
            <a:avLst/>
          </a:prstGeom>
          <a:blipFill>
            <a:blip r:embed="rId2"/>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pic>
        <p:nvPicPr>
          <p:cNvPr id="1180" name="Picture 10" descr="Picture 10"/>
          <p:cNvPicPr>
            <a:picLocks noChangeAspect="1"/>
          </p:cNvPicPr>
          <p:nvPr/>
        </p:nvPicPr>
        <p:blipFill>
          <a:blip r:embed="rId3">
            <a:extLst/>
          </a:blip>
          <a:stretch>
            <a:fillRect/>
          </a:stretch>
        </p:blipFill>
        <p:spPr>
          <a:xfrm>
            <a:off x="-112529" y="5522981"/>
            <a:ext cx="1943085" cy="1298439"/>
          </a:xfrm>
          <a:prstGeom prst="rect">
            <a:avLst/>
          </a:prstGeom>
          <a:ln w="12700">
            <a:miter lim="400000"/>
          </a:ln>
        </p:spPr>
      </p:pic>
      <p:sp>
        <p:nvSpPr>
          <p:cNvPr id="1181" name="Freeform 4"/>
          <p:cNvSpPr/>
          <p:nvPr/>
        </p:nvSpPr>
        <p:spPr>
          <a:xfrm>
            <a:off x="10720750" y="477331"/>
            <a:ext cx="1178860" cy="416938"/>
          </a:xfrm>
          <a:prstGeom prst="rect">
            <a:avLst/>
          </a:prstGeom>
          <a:blipFill>
            <a:blip r:embed="rId4"/>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1182" name="TextBox 5"/>
          <p:cNvSpPr txBox="1"/>
          <p:nvPr/>
        </p:nvSpPr>
        <p:spPr>
          <a:xfrm>
            <a:off x="-1" y="2918545"/>
            <a:ext cx="2459135" cy="3501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609600">
              <a:lnSpc>
                <a:spcPts val="2600"/>
              </a:lnSpc>
              <a:defRPr sz="2400">
                <a:solidFill>
                  <a:srgbClr val="FFFFFF"/>
                </a:solidFill>
                <a:latin typeface="Futura Bold"/>
                <a:ea typeface="Futura Bold"/>
                <a:cs typeface="Futura Bold"/>
                <a:sym typeface="Futura Bold"/>
              </a:defRPr>
            </a:lvl1pPr>
          </a:lstStyle>
          <a:p>
            <a:pPr/>
            <a:r>
              <a:t>CPU + GPU</a:t>
            </a:r>
          </a:p>
        </p:txBody>
      </p:sp>
      <p:grpSp>
        <p:nvGrpSpPr>
          <p:cNvPr id="1185" name="Group"/>
          <p:cNvGrpSpPr/>
          <p:nvPr/>
        </p:nvGrpSpPr>
        <p:grpSpPr>
          <a:xfrm>
            <a:off x="5971300" y="559016"/>
            <a:ext cx="1904984" cy="2941164"/>
            <a:chOff x="0" y="0"/>
            <a:chExt cx="1904983" cy="2941163"/>
          </a:xfrm>
        </p:grpSpPr>
        <p:sp>
          <p:nvSpPr>
            <p:cNvPr id="1183" name="GPU"/>
            <p:cNvSpPr/>
            <p:nvPr/>
          </p:nvSpPr>
          <p:spPr>
            <a:xfrm>
              <a:off x="0" y="0"/>
              <a:ext cx="1904984" cy="475095"/>
            </a:xfrm>
            <a:prstGeom prst="rect">
              <a:avLst/>
            </a:prstGeom>
            <a:solidFill>
              <a:schemeClr val="accent2"/>
            </a:solidFill>
            <a:ln w="38100" cap="flat">
              <a:solidFill>
                <a:schemeClr val="accent2"/>
              </a:solidFill>
              <a:prstDash val="solid"/>
              <a:miter lim="800000"/>
            </a:ln>
            <a:effectLst/>
            <a:extLst>
              <a:ext uri="{C572A759-6A51-4108-AA02-DFA0A04FC94B}">
                <ma14:wrappingTextBoxFlag xmlns:ma14="http://schemas.microsoft.com/office/mac/drawingml/2011/main" val="1"/>
              </a:ext>
            </a:extLst>
          </p:spPr>
          <p:txBody>
            <a:bodyPr wrap="square" lIns="45719" tIns="45719" rIns="45719" bIns="45719" numCol="1" anchor="ctr">
              <a:noAutofit/>
            </a:bodyPr>
            <a:lstStyle>
              <a:lvl1pPr algn="ctr">
                <a:defRPr b="1">
                  <a:solidFill>
                    <a:srgbClr val="FFFFFF"/>
                  </a:solidFill>
                </a:defRPr>
              </a:lvl1pPr>
            </a:lstStyle>
            <a:p>
              <a:pPr/>
              <a:r>
                <a:t>GPU</a:t>
              </a:r>
            </a:p>
          </p:txBody>
        </p:sp>
        <p:sp>
          <p:nvSpPr>
            <p:cNvPr id="1184" name="Rectangle"/>
            <p:cNvSpPr/>
            <p:nvPr/>
          </p:nvSpPr>
          <p:spPr>
            <a:xfrm>
              <a:off x="0" y="450280"/>
              <a:ext cx="1904984" cy="2490884"/>
            </a:xfrm>
            <a:prstGeom prst="rect">
              <a:avLst/>
            </a:prstGeom>
            <a:solidFill>
              <a:srgbClr val="FFFFFF"/>
            </a:solidFill>
            <a:ln w="38100" cap="flat">
              <a:solidFill>
                <a:schemeClr val="accent2"/>
              </a:solidFill>
              <a:prstDash val="solid"/>
              <a:miter lim="800000"/>
            </a:ln>
            <a:effectLst/>
          </p:spPr>
          <p:txBody>
            <a:bodyPr wrap="square" lIns="45719" tIns="45719" rIns="45719" bIns="45719" numCol="1" anchor="t">
              <a:noAutofit/>
            </a:bodyPr>
            <a:lstStyle/>
            <a:p>
              <a:pPr algn="ctr"/>
            </a:p>
          </p:txBody>
        </p:sp>
      </p:grpSp>
      <p:sp>
        <p:nvSpPr>
          <p:cNvPr id="1186" name="Forward pass"/>
          <p:cNvSpPr txBox="1"/>
          <p:nvPr/>
        </p:nvSpPr>
        <p:spPr>
          <a:xfrm>
            <a:off x="6195050" y="1048879"/>
            <a:ext cx="1457485" cy="332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a:defRPr sz="1600"/>
            </a:lvl1pPr>
          </a:lstStyle>
          <a:p>
            <a:pPr/>
            <a:r>
              <a:t>Forward pass</a:t>
            </a:r>
          </a:p>
        </p:txBody>
      </p:sp>
      <p:sp>
        <p:nvSpPr>
          <p:cNvPr id="1187" name="Compute loss"/>
          <p:cNvSpPr txBox="1"/>
          <p:nvPr/>
        </p:nvSpPr>
        <p:spPr>
          <a:xfrm>
            <a:off x="6195050" y="1725416"/>
            <a:ext cx="1485563" cy="332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a:defRPr sz="1600"/>
            </a:lvl1pPr>
          </a:lstStyle>
          <a:p>
            <a:pPr/>
            <a:r>
              <a:t>Compute loss</a:t>
            </a:r>
          </a:p>
        </p:txBody>
      </p:sp>
      <p:sp>
        <p:nvSpPr>
          <p:cNvPr id="1188" name="Backward pass"/>
          <p:cNvSpPr txBox="1"/>
          <p:nvPr/>
        </p:nvSpPr>
        <p:spPr>
          <a:xfrm>
            <a:off x="6126291" y="2401954"/>
            <a:ext cx="1623081" cy="332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a:defRPr sz="1600"/>
            </a:lvl1pPr>
          </a:lstStyle>
          <a:p>
            <a:pPr/>
            <a:r>
              <a:t>Backward pass</a:t>
            </a:r>
          </a:p>
        </p:txBody>
      </p:sp>
      <p:sp>
        <p:nvSpPr>
          <p:cNvPr id="1189" name="Update weights"/>
          <p:cNvSpPr txBox="1"/>
          <p:nvPr/>
        </p:nvSpPr>
        <p:spPr>
          <a:xfrm>
            <a:off x="6095385" y="3078491"/>
            <a:ext cx="1684894" cy="332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a:defRPr sz="1600"/>
            </a:lvl1pPr>
          </a:lstStyle>
          <a:p>
            <a:pPr/>
            <a:r>
              <a:t>Update weights</a:t>
            </a:r>
          </a:p>
        </p:txBody>
      </p:sp>
      <p:sp>
        <p:nvSpPr>
          <p:cNvPr id="1190" name="Line"/>
          <p:cNvSpPr/>
          <p:nvPr/>
        </p:nvSpPr>
        <p:spPr>
          <a:xfrm>
            <a:off x="6923792" y="2113051"/>
            <a:ext cx="1" cy="283375"/>
          </a:xfrm>
          <a:prstGeom prst="line">
            <a:avLst/>
          </a:prstGeom>
          <a:ln w="38100">
            <a:solidFill>
              <a:schemeClr val="accent2"/>
            </a:solidFill>
            <a:miter/>
            <a:tailEnd type="triangle"/>
          </a:ln>
        </p:spPr>
        <p:txBody>
          <a:bodyPr lIns="45719" rIns="45719"/>
          <a:lstStyle/>
          <a:p>
            <a:pPr/>
          </a:p>
        </p:txBody>
      </p:sp>
      <p:sp>
        <p:nvSpPr>
          <p:cNvPr id="1191" name="Line"/>
          <p:cNvSpPr/>
          <p:nvPr/>
        </p:nvSpPr>
        <p:spPr>
          <a:xfrm>
            <a:off x="6937831" y="1441418"/>
            <a:ext cx="1" cy="283376"/>
          </a:xfrm>
          <a:prstGeom prst="line">
            <a:avLst/>
          </a:prstGeom>
          <a:ln w="38100">
            <a:solidFill>
              <a:schemeClr val="accent2"/>
            </a:solidFill>
            <a:miter/>
            <a:tailEnd type="triangle"/>
          </a:ln>
        </p:spPr>
        <p:txBody>
          <a:bodyPr lIns="45719" rIns="45719"/>
          <a:lstStyle/>
          <a:p>
            <a:pPr/>
          </a:p>
        </p:txBody>
      </p:sp>
      <p:sp>
        <p:nvSpPr>
          <p:cNvPr id="1192" name="Line"/>
          <p:cNvSpPr/>
          <p:nvPr/>
        </p:nvSpPr>
        <p:spPr>
          <a:xfrm>
            <a:off x="6923791" y="2784683"/>
            <a:ext cx="1" cy="283376"/>
          </a:xfrm>
          <a:prstGeom prst="line">
            <a:avLst/>
          </a:prstGeom>
          <a:ln w="38100">
            <a:solidFill>
              <a:schemeClr val="accent2"/>
            </a:solidFill>
            <a:miter/>
            <a:tailEnd type="triangle"/>
          </a:ln>
        </p:spPr>
        <p:txBody>
          <a:bodyPr lIns="45719" rIns="45719"/>
          <a:lstStyle/>
          <a:p>
            <a:pPr/>
          </a:p>
        </p:txBody>
      </p:sp>
      <p:grpSp>
        <p:nvGrpSpPr>
          <p:cNvPr id="1195" name="Group"/>
          <p:cNvGrpSpPr/>
          <p:nvPr/>
        </p:nvGrpSpPr>
        <p:grpSpPr>
          <a:xfrm>
            <a:off x="3293084" y="559016"/>
            <a:ext cx="1904984" cy="2941164"/>
            <a:chOff x="0" y="0"/>
            <a:chExt cx="1904983" cy="2941163"/>
          </a:xfrm>
        </p:grpSpPr>
        <p:sp>
          <p:nvSpPr>
            <p:cNvPr id="1193" name="CPU"/>
            <p:cNvSpPr/>
            <p:nvPr/>
          </p:nvSpPr>
          <p:spPr>
            <a:xfrm>
              <a:off x="0" y="0"/>
              <a:ext cx="1904984" cy="475095"/>
            </a:xfrm>
            <a:prstGeom prst="rect">
              <a:avLst/>
            </a:prstGeom>
            <a:solidFill>
              <a:schemeClr val="accent1"/>
            </a:solidFill>
            <a:ln w="38100" cap="flat">
              <a:solidFill>
                <a:schemeClr val="accent1"/>
              </a:solidFill>
              <a:prstDash val="solid"/>
              <a:miter lim="800000"/>
            </a:ln>
            <a:effectLst/>
            <a:extLst>
              <a:ext uri="{C572A759-6A51-4108-AA02-DFA0A04FC94B}">
                <ma14:wrappingTextBoxFlag xmlns:ma14="http://schemas.microsoft.com/office/mac/drawingml/2011/main" val="1"/>
              </a:ext>
            </a:extLst>
          </p:spPr>
          <p:txBody>
            <a:bodyPr wrap="square" lIns="45719" tIns="45719" rIns="45719" bIns="45719" numCol="1" anchor="ctr">
              <a:noAutofit/>
            </a:bodyPr>
            <a:lstStyle>
              <a:lvl1pPr algn="ctr">
                <a:defRPr b="1">
                  <a:solidFill>
                    <a:srgbClr val="FFFFFF"/>
                  </a:solidFill>
                </a:defRPr>
              </a:lvl1pPr>
            </a:lstStyle>
            <a:p>
              <a:pPr/>
              <a:r>
                <a:t>CPU</a:t>
              </a:r>
            </a:p>
          </p:txBody>
        </p:sp>
        <p:sp>
          <p:nvSpPr>
            <p:cNvPr id="1194" name="Rectangle"/>
            <p:cNvSpPr/>
            <p:nvPr/>
          </p:nvSpPr>
          <p:spPr>
            <a:xfrm>
              <a:off x="0" y="450280"/>
              <a:ext cx="1904984" cy="2490884"/>
            </a:xfrm>
            <a:prstGeom prst="rect">
              <a:avLst/>
            </a:prstGeom>
            <a:solidFill>
              <a:srgbClr val="FFFFFF"/>
            </a:solidFill>
            <a:ln w="38100" cap="flat">
              <a:solidFill>
                <a:schemeClr val="accent1"/>
              </a:solidFill>
              <a:prstDash val="solid"/>
              <a:miter lim="800000"/>
            </a:ln>
            <a:effectLst/>
          </p:spPr>
          <p:txBody>
            <a:bodyPr wrap="square" lIns="45719" tIns="45719" rIns="45719" bIns="45719" numCol="1" anchor="t">
              <a:noAutofit/>
            </a:bodyPr>
            <a:lstStyle/>
            <a:p>
              <a:pPr algn="ctr"/>
            </a:p>
          </p:txBody>
        </p:sp>
      </p:grpSp>
      <p:sp>
        <p:nvSpPr>
          <p:cNvPr id="1196" name="Load data"/>
          <p:cNvSpPr txBox="1"/>
          <p:nvPr/>
        </p:nvSpPr>
        <p:spPr>
          <a:xfrm>
            <a:off x="3689871" y="1064086"/>
            <a:ext cx="1111410" cy="332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a:defRPr sz="1600"/>
            </a:lvl1pPr>
          </a:lstStyle>
          <a:p>
            <a:pPr/>
            <a:r>
              <a:t>Load data</a:t>
            </a:r>
          </a:p>
        </p:txBody>
      </p:sp>
      <p:sp>
        <p:nvSpPr>
          <p:cNvPr id="1197" name="Augmentations"/>
          <p:cNvSpPr txBox="1"/>
          <p:nvPr/>
        </p:nvSpPr>
        <p:spPr>
          <a:xfrm>
            <a:off x="3425453" y="1745841"/>
            <a:ext cx="1640246" cy="332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a:defRPr sz="1600"/>
            </a:lvl1pPr>
          </a:lstStyle>
          <a:p>
            <a:pPr/>
            <a:r>
              <a:t>Augmentations</a:t>
            </a:r>
          </a:p>
        </p:txBody>
      </p:sp>
      <p:sp>
        <p:nvSpPr>
          <p:cNvPr id="1198" name="Create batch"/>
          <p:cNvSpPr txBox="1"/>
          <p:nvPr/>
        </p:nvSpPr>
        <p:spPr>
          <a:xfrm>
            <a:off x="3539803" y="2422378"/>
            <a:ext cx="1411546" cy="332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a:defRPr sz="1600"/>
            </a:lvl1pPr>
          </a:lstStyle>
          <a:p>
            <a:pPr/>
            <a:r>
              <a:t>Create batch</a:t>
            </a:r>
          </a:p>
        </p:txBody>
      </p:sp>
      <p:sp>
        <p:nvSpPr>
          <p:cNvPr id="1199" name="Line"/>
          <p:cNvSpPr/>
          <p:nvPr/>
        </p:nvSpPr>
        <p:spPr>
          <a:xfrm>
            <a:off x="4245575" y="2113051"/>
            <a:ext cx="1" cy="283375"/>
          </a:xfrm>
          <a:prstGeom prst="line">
            <a:avLst/>
          </a:prstGeom>
          <a:ln w="38100">
            <a:solidFill>
              <a:schemeClr val="accent1"/>
            </a:solidFill>
            <a:miter/>
            <a:tailEnd type="triangle"/>
          </a:ln>
        </p:spPr>
        <p:txBody>
          <a:bodyPr lIns="45719" rIns="45719"/>
          <a:lstStyle/>
          <a:p>
            <a:pPr/>
          </a:p>
        </p:txBody>
      </p:sp>
      <p:sp>
        <p:nvSpPr>
          <p:cNvPr id="1200" name="Line"/>
          <p:cNvSpPr/>
          <p:nvPr/>
        </p:nvSpPr>
        <p:spPr>
          <a:xfrm>
            <a:off x="4245575" y="1456625"/>
            <a:ext cx="1" cy="283376"/>
          </a:xfrm>
          <a:prstGeom prst="line">
            <a:avLst/>
          </a:prstGeom>
          <a:ln w="38100">
            <a:solidFill>
              <a:schemeClr val="accent1"/>
            </a:solidFill>
            <a:miter/>
            <a:tailEnd type="triangle"/>
          </a:ln>
        </p:spPr>
        <p:txBody>
          <a:bodyPr lIns="45719" rIns="45719"/>
          <a:lstStyle/>
          <a:p>
            <a:pPr/>
          </a:p>
        </p:txBody>
      </p:sp>
      <p:grpSp>
        <p:nvGrpSpPr>
          <p:cNvPr id="1203" name="Group"/>
          <p:cNvGrpSpPr/>
          <p:nvPr/>
        </p:nvGrpSpPr>
        <p:grpSpPr>
          <a:xfrm>
            <a:off x="8649517" y="559016"/>
            <a:ext cx="1904984" cy="2941164"/>
            <a:chOff x="0" y="0"/>
            <a:chExt cx="1904983" cy="2941163"/>
          </a:xfrm>
        </p:grpSpPr>
        <p:sp>
          <p:nvSpPr>
            <p:cNvPr id="1201" name="CPU"/>
            <p:cNvSpPr/>
            <p:nvPr/>
          </p:nvSpPr>
          <p:spPr>
            <a:xfrm>
              <a:off x="0" y="0"/>
              <a:ext cx="1904984" cy="475095"/>
            </a:xfrm>
            <a:prstGeom prst="rect">
              <a:avLst/>
            </a:prstGeom>
            <a:solidFill>
              <a:schemeClr val="accent1"/>
            </a:solidFill>
            <a:ln w="38100" cap="flat">
              <a:solidFill>
                <a:schemeClr val="accent1"/>
              </a:solidFill>
              <a:prstDash val="solid"/>
              <a:miter lim="800000"/>
            </a:ln>
            <a:effectLst/>
            <a:extLst>
              <a:ext uri="{C572A759-6A51-4108-AA02-DFA0A04FC94B}">
                <ma14:wrappingTextBoxFlag xmlns:ma14="http://schemas.microsoft.com/office/mac/drawingml/2011/main" val="1"/>
              </a:ext>
            </a:extLst>
          </p:spPr>
          <p:txBody>
            <a:bodyPr wrap="square" lIns="45719" tIns="45719" rIns="45719" bIns="45719" numCol="1" anchor="ctr">
              <a:noAutofit/>
            </a:bodyPr>
            <a:lstStyle>
              <a:lvl1pPr algn="ctr">
                <a:defRPr b="1">
                  <a:solidFill>
                    <a:srgbClr val="FFFFFF"/>
                  </a:solidFill>
                </a:defRPr>
              </a:lvl1pPr>
            </a:lstStyle>
            <a:p>
              <a:pPr/>
              <a:r>
                <a:t>CPU</a:t>
              </a:r>
            </a:p>
          </p:txBody>
        </p:sp>
        <p:sp>
          <p:nvSpPr>
            <p:cNvPr id="1202" name="Rectangle"/>
            <p:cNvSpPr/>
            <p:nvPr/>
          </p:nvSpPr>
          <p:spPr>
            <a:xfrm>
              <a:off x="0" y="450280"/>
              <a:ext cx="1904984" cy="2490884"/>
            </a:xfrm>
            <a:prstGeom prst="rect">
              <a:avLst/>
            </a:prstGeom>
            <a:solidFill>
              <a:srgbClr val="FFFFFF"/>
            </a:solidFill>
            <a:ln w="38100" cap="flat">
              <a:solidFill>
                <a:schemeClr val="accent1"/>
              </a:solidFill>
              <a:prstDash val="solid"/>
              <a:miter lim="800000"/>
            </a:ln>
            <a:effectLst/>
          </p:spPr>
          <p:txBody>
            <a:bodyPr wrap="square" lIns="45719" tIns="45719" rIns="45719" bIns="45719" numCol="1" anchor="t">
              <a:noAutofit/>
            </a:bodyPr>
            <a:lstStyle/>
            <a:p>
              <a:pPr algn="ctr"/>
            </a:p>
          </p:txBody>
        </p:sp>
      </p:grpSp>
      <p:sp>
        <p:nvSpPr>
          <p:cNvPr id="1204" name="Log metrics"/>
          <p:cNvSpPr txBox="1"/>
          <p:nvPr/>
        </p:nvSpPr>
        <p:spPr>
          <a:xfrm>
            <a:off x="8956213" y="1505369"/>
            <a:ext cx="1291591" cy="332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a:defRPr sz="1600"/>
            </a:lvl1pPr>
          </a:lstStyle>
          <a:p>
            <a:pPr/>
            <a:r>
              <a:t>Log metrics</a:t>
            </a:r>
          </a:p>
        </p:txBody>
      </p:sp>
      <p:sp>
        <p:nvSpPr>
          <p:cNvPr id="1205" name="Save checkpoint"/>
          <p:cNvSpPr txBox="1"/>
          <p:nvPr/>
        </p:nvSpPr>
        <p:spPr>
          <a:xfrm>
            <a:off x="8716798" y="2251429"/>
            <a:ext cx="1770421" cy="332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a:defRPr sz="1600"/>
            </a:lvl1pPr>
          </a:lstStyle>
          <a:p>
            <a:pPr/>
            <a:r>
              <a:t>Save checkpoint</a:t>
            </a:r>
          </a:p>
        </p:txBody>
      </p:sp>
      <p:sp>
        <p:nvSpPr>
          <p:cNvPr id="1206" name="Line"/>
          <p:cNvSpPr/>
          <p:nvPr/>
        </p:nvSpPr>
        <p:spPr>
          <a:xfrm>
            <a:off x="9573929" y="1903082"/>
            <a:ext cx="1" cy="283376"/>
          </a:xfrm>
          <a:prstGeom prst="line">
            <a:avLst/>
          </a:prstGeom>
          <a:ln w="38100">
            <a:solidFill>
              <a:schemeClr val="accent1"/>
            </a:solidFill>
            <a:miter/>
            <a:tailEnd type="triangle"/>
          </a:ln>
        </p:spPr>
        <p:txBody>
          <a:bodyPr lIns="45719" rIns="45719"/>
          <a:lstStyle/>
          <a:p>
            <a:pPr/>
          </a:p>
        </p:txBody>
      </p:sp>
      <p:sp>
        <p:nvSpPr>
          <p:cNvPr id="1213" name="Connection Line"/>
          <p:cNvSpPr/>
          <p:nvPr/>
        </p:nvSpPr>
        <p:spPr>
          <a:xfrm>
            <a:off x="7302500" y="3519170"/>
            <a:ext cx="2298700" cy="4051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21600" y="21600"/>
                </a:lnTo>
                <a:lnTo>
                  <a:pt x="0" y="21600"/>
                </a:lnTo>
              </a:path>
            </a:pathLst>
          </a:custGeom>
          <a:ln w="38100">
            <a:solidFill>
              <a:schemeClr val="accent1"/>
            </a:solidFill>
            <a:miter/>
            <a:headEnd type="oval"/>
            <a:tailEnd type="triangle"/>
          </a:ln>
        </p:spPr>
        <p:txBody>
          <a:bodyPr/>
          <a:lstStyle/>
          <a:p>
            <a:pPr/>
          </a:p>
        </p:txBody>
      </p:sp>
      <p:sp>
        <p:nvSpPr>
          <p:cNvPr id="1208" name="Loop"/>
          <p:cNvSpPr txBox="1"/>
          <p:nvPr/>
        </p:nvSpPr>
        <p:spPr>
          <a:xfrm>
            <a:off x="6544823" y="3733800"/>
            <a:ext cx="757937" cy="38354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1900"/>
            </a:lvl1pPr>
          </a:lstStyle>
          <a:p>
            <a:pPr/>
            <a:r>
              <a:t>Loop</a:t>
            </a:r>
          </a:p>
        </p:txBody>
      </p:sp>
      <p:sp>
        <p:nvSpPr>
          <p:cNvPr id="1214" name="Connection Line"/>
          <p:cNvSpPr/>
          <p:nvPr/>
        </p:nvSpPr>
        <p:spPr>
          <a:xfrm>
            <a:off x="4244340" y="3519170"/>
            <a:ext cx="2299971" cy="4051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lnTo>
                  <a:pt x="0" y="21600"/>
                </a:lnTo>
                <a:lnTo>
                  <a:pt x="0" y="0"/>
                </a:lnTo>
              </a:path>
            </a:pathLst>
          </a:custGeom>
          <a:ln w="38100">
            <a:solidFill>
              <a:schemeClr val="accent1"/>
            </a:solidFill>
            <a:miter/>
            <a:tailEnd type="triangle"/>
          </a:ln>
        </p:spPr>
        <p:txBody>
          <a:bodyPr/>
          <a:lstStyle/>
          <a:p>
            <a:pPr/>
          </a:p>
        </p:txBody>
      </p:sp>
      <p:sp>
        <p:nvSpPr>
          <p:cNvPr id="1210" name="Arrow"/>
          <p:cNvSpPr/>
          <p:nvPr/>
        </p:nvSpPr>
        <p:spPr>
          <a:xfrm>
            <a:off x="5205825" y="2044339"/>
            <a:ext cx="743262" cy="220317"/>
          </a:xfrm>
          <a:prstGeom prst="rightArrow">
            <a:avLst>
              <a:gd name="adj1" fmla="val 26721"/>
              <a:gd name="adj2" fmla="val 96701"/>
            </a:avLst>
          </a:prstGeom>
          <a:solidFill>
            <a:schemeClr val="accent1"/>
          </a:solidFill>
          <a:ln w="12700">
            <a:solidFill>
              <a:schemeClr val="accent1"/>
            </a:solidFill>
            <a:miter/>
          </a:ln>
        </p:spPr>
        <p:txBody>
          <a:bodyPr lIns="45719" rIns="45719" anchor="ctr"/>
          <a:lstStyle/>
          <a:p>
            <a:pPr/>
          </a:p>
        </p:txBody>
      </p:sp>
      <p:sp>
        <p:nvSpPr>
          <p:cNvPr id="1211" name="Arrow"/>
          <p:cNvSpPr/>
          <p:nvPr/>
        </p:nvSpPr>
        <p:spPr>
          <a:xfrm>
            <a:off x="7902857" y="2044339"/>
            <a:ext cx="743263" cy="220317"/>
          </a:xfrm>
          <a:prstGeom prst="rightArrow">
            <a:avLst>
              <a:gd name="adj1" fmla="val 26445"/>
              <a:gd name="adj2" fmla="val 96701"/>
            </a:avLst>
          </a:prstGeom>
          <a:solidFill>
            <a:schemeClr val="accent2"/>
          </a:solidFill>
          <a:ln w="12700">
            <a:solidFill>
              <a:schemeClr val="accent2"/>
            </a:solidFill>
            <a:miter/>
          </a:ln>
        </p:spPr>
        <p:txBody>
          <a:bodyPr lIns="45719" rIns="45719" anchor="ctr"/>
          <a:lstStyle/>
          <a:p>
            <a:pPr/>
          </a:p>
        </p:txBody>
      </p:sp>
      <p:sp>
        <p:nvSpPr>
          <p:cNvPr id="1212" name="CPU feeds data, GPU does the math…"/>
          <p:cNvSpPr txBox="1"/>
          <p:nvPr>
            <p:ph type="body" sz="half" idx="4294967295"/>
          </p:nvPr>
        </p:nvSpPr>
        <p:spPr>
          <a:xfrm>
            <a:off x="3079457" y="4329967"/>
            <a:ext cx="7688670" cy="2180738"/>
          </a:xfrm>
          <a:prstGeom prst="rect">
            <a:avLst/>
          </a:prstGeom>
        </p:spPr>
        <p:txBody>
          <a:bodyPr/>
          <a:lstStyle/>
          <a:p>
            <a:pPr marL="508000" indent="-254000">
              <a:buClrTx/>
              <a:buChar char="•"/>
            </a:pPr>
            <a:r>
              <a:t>CPU feeds data, GPU does the math</a:t>
            </a:r>
          </a:p>
          <a:p>
            <a:pPr marL="508000" indent="-254000">
              <a:buClrTx/>
              <a:buChar char="•"/>
            </a:pPr>
            <a:r>
              <a:t>CPU too slow → GPU sits idle ("CPU bottleneck")</a:t>
            </a:r>
          </a:p>
          <a:p>
            <a:pPr marL="508000" indent="-254000">
              <a:buClrTx/>
              <a:buChar char="•"/>
            </a:pPr>
            <a:r>
              <a:t>Request both in SLURM: </a:t>
            </a:r>
            <a:r>
              <a:rPr b="1">
                <a:solidFill>
                  <a:schemeClr val="accent1"/>
                </a:solidFill>
                <a:latin typeface="Courier New"/>
                <a:ea typeface="Courier New"/>
                <a:cs typeface="Courier New"/>
                <a:sym typeface="Courier New"/>
              </a:rPr>
              <a:t>--cpus-per-task</a:t>
            </a:r>
            <a:r>
              <a:t> and </a:t>
            </a:r>
            <a:r>
              <a:rPr b="1">
                <a:solidFill>
                  <a:schemeClr val="accent1"/>
                </a:solidFill>
                <a:latin typeface="Courier New"/>
                <a:ea typeface="Courier New"/>
                <a:cs typeface="Courier New"/>
                <a:sym typeface="Courier New"/>
              </a:rPr>
              <a:t>--gpus</a:t>
            </a:r>
            <a:endParaRPr b="1">
              <a:solidFill>
                <a:schemeClr val="accent1"/>
              </a:solidFill>
              <a:latin typeface="Courier New"/>
              <a:ea typeface="Courier New"/>
              <a:cs typeface="Courier New"/>
              <a:sym typeface="Courier New"/>
            </a:endParaRPr>
          </a:p>
          <a:p>
            <a:pPr marL="508000" indent="-254000">
              <a:buClrTx/>
              <a:buChar char="•"/>
            </a:pPr>
            <a:r>
              <a:t>Rule of thumb: 4-8 CPUs per GPU</a:t>
            </a:r>
          </a:p>
          <a:p>
            <a:pPr marL="508000" indent="-254000">
              <a:buClrTx/>
              <a:buChar char="•"/>
            </a:pPr>
            <a:r>
              <a:t>Our H100 nodes: up to 14 CPU cores per GPU available</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1195"/>
                                        </p:tgtEl>
                                        <p:attrNameLst>
                                          <p:attrName>style.visibility</p:attrName>
                                        </p:attrNameLst>
                                      </p:cBhvr>
                                      <p:to>
                                        <p:strVal val="visible"/>
                                      </p:to>
                                    </p:set>
                                    <p:animEffect filter="fade" transition="in">
                                      <p:cBhvr>
                                        <p:cTn id="7" dur="1000"/>
                                        <p:tgtEl>
                                          <p:spTgt spid="1195"/>
                                        </p:tgtEl>
                                      </p:cBhvr>
                                    </p:animEffect>
                                  </p:childTnLst>
                                </p:cTn>
                              </p:par>
                            </p:childTnLst>
                          </p:cTn>
                        </p:par>
                        <p:par>
                          <p:cTn id="8" fill="hold">
                            <p:stCondLst>
                              <p:cond delay="1000"/>
                            </p:stCondLst>
                            <p:childTnLst>
                              <p:par>
                                <p:cTn id="9" presetClass="entr" nodeType="afterEffect" presetID="10" grpId="2" fill="hold">
                                  <p:stCondLst>
                                    <p:cond delay="0"/>
                                  </p:stCondLst>
                                  <p:iterate type="el" backwards="0">
                                    <p:tmAbs val="0"/>
                                  </p:iterate>
                                  <p:childTnLst>
                                    <p:set>
                                      <p:cBhvr>
                                        <p:cTn id="10" fill="hold"/>
                                        <p:tgtEl>
                                          <p:spTgt spid="1196"/>
                                        </p:tgtEl>
                                        <p:attrNameLst>
                                          <p:attrName>style.visibility</p:attrName>
                                        </p:attrNameLst>
                                      </p:cBhvr>
                                      <p:to>
                                        <p:strVal val="visible"/>
                                      </p:to>
                                    </p:set>
                                    <p:animEffect filter="fade" transition="in">
                                      <p:cBhvr>
                                        <p:cTn id="11" dur="1000"/>
                                        <p:tgtEl>
                                          <p:spTgt spid="1196"/>
                                        </p:tgtEl>
                                      </p:cBhvr>
                                    </p:animEffect>
                                  </p:childTnLst>
                                </p:cTn>
                              </p:par>
                            </p:childTnLst>
                          </p:cTn>
                        </p:par>
                        <p:par>
                          <p:cTn id="12" fill="hold">
                            <p:stCondLst>
                              <p:cond delay="2000"/>
                            </p:stCondLst>
                            <p:childTnLst>
                              <p:par>
                                <p:cTn id="13" presetClass="entr" nodeType="afterEffect" presetSubtype="1" presetID="22" grpId="3" fill="hold">
                                  <p:stCondLst>
                                    <p:cond delay="0"/>
                                  </p:stCondLst>
                                  <p:iterate type="el" backwards="0">
                                    <p:tmAbs val="0"/>
                                  </p:iterate>
                                  <p:childTnLst>
                                    <p:set>
                                      <p:cBhvr>
                                        <p:cTn id="14" fill="hold"/>
                                        <p:tgtEl>
                                          <p:spTgt spid="1200"/>
                                        </p:tgtEl>
                                        <p:attrNameLst>
                                          <p:attrName>style.visibility</p:attrName>
                                        </p:attrNameLst>
                                      </p:cBhvr>
                                      <p:to>
                                        <p:strVal val="visible"/>
                                      </p:to>
                                    </p:set>
                                    <p:animEffect filter="wipe(up)" transition="in">
                                      <p:cBhvr>
                                        <p:cTn id="15" dur="500"/>
                                        <p:tgtEl>
                                          <p:spTgt spid="1200"/>
                                        </p:tgtEl>
                                      </p:cBhvr>
                                    </p:animEffect>
                                  </p:childTnLst>
                                </p:cTn>
                              </p:par>
                            </p:childTnLst>
                          </p:cTn>
                        </p:par>
                        <p:par>
                          <p:cTn id="16" fill="hold">
                            <p:stCondLst>
                              <p:cond delay="2500"/>
                            </p:stCondLst>
                            <p:childTnLst>
                              <p:par>
                                <p:cTn id="17" presetClass="entr" nodeType="afterEffect" presetID="10" grpId="4" fill="hold">
                                  <p:stCondLst>
                                    <p:cond delay="0"/>
                                  </p:stCondLst>
                                  <p:iterate type="el" backwards="0">
                                    <p:tmAbs val="0"/>
                                  </p:iterate>
                                  <p:childTnLst>
                                    <p:set>
                                      <p:cBhvr>
                                        <p:cTn id="18" fill="hold"/>
                                        <p:tgtEl>
                                          <p:spTgt spid="1197"/>
                                        </p:tgtEl>
                                        <p:attrNameLst>
                                          <p:attrName>style.visibility</p:attrName>
                                        </p:attrNameLst>
                                      </p:cBhvr>
                                      <p:to>
                                        <p:strVal val="visible"/>
                                      </p:to>
                                    </p:set>
                                    <p:animEffect filter="fade" transition="in">
                                      <p:cBhvr>
                                        <p:cTn id="19" dur="1000"/>
                                        <p:tgtEl>
                                          <p:spTgt spid="1197"/>
                                        </p:tgtEl>
                                      </p:cBhvr>
                                    </p:animEffect>
                                  </p:childTnLst>
                                </p:cTn>
                              </p:par>
                            </p:childTnLst>
                          </p:cTn>
                        </p:par>
                        <p:par>
                          <p:cTn id="20" fill="hold">
                            <p:stCondLst>
                              <p:cond delay="3500"/>
                            </p:stCondLst>
                            <p:childTnLst>
                              <p:par>
                                <p:cTn id="21" presetClass="entr" nodeType="afterEffect" presetSubtype="1" presetID="22" grpId="5" fill="hold">
                                  <p:stCondLst>
                                    <p:cond delay="0"/>
                                  </p:stCondLst>
                                  <p:iterate type="el" backwards="0">
                                    <p:tmAbs val="0"/>
                                  </p:iterate>
                                  <p:childTnLst>
                                    <p:set>
                                      <p:cBhvr>
                                        <p:cTn id="22" fill="hold"/>
                                        <p:tgtEl>
                                          <p:spTgt spid="1199"/>
                                        </p:tgtEl>
                                        <p:attrNameLst>
                                          <p:attrName>style.visibility</p:attrName>
                                        </p:attrNameLst>
                                      </p:cBhvr>
                                      <p:to>
                                        <p:strVal val="visible"/>
                                      </p:to>
                                    </p:set>
                                    <p:animEffect filter="wipe(up)" transition="in">
                                      <p:cBhvr>
                                        <p:cTn id="23" dur="500"/>
                                        <p:tgtEl>
                                          <p:spTgt spid="1199"/>
                                        </p:tgtEl>
                                      </p:cBhvr>
                                    </p:animEffect>
                                  </p:childTnLst>
                                </p:cTn>
                              </p:par>
                            </p:childTnLst>
                          </p:cTn>
                        </p:par>
                        <p:par>
                          <p:cTn id="24" fill="hold">
                            <p:stCondLst>
                              <p:cond delay="4000"/>
                            </p:stCondLst>
                            <p:childTnLst>
                              <p:par>
                                <p:cTn id="25" presetClass="entr" nodeType="afterEffect" presetID="10" grpId="6" fill="hold">
                                  <p:stCondLst>
                                    <p:cond delay="0"/>
                                  </p:stCondLst>
                                  <p:iterate type="el" backwards="0">
                                    <p:tmAbs val="0"/>
                                  </p:iterate>
                                  <p:childTnLst>
                                    <p:set>
                                      <p:cBhvr>
                                        <p:cTn id="26" fill="hold"/>
                                        <p:tgtEl>
                                          <p:spTgt spid="1198"/>
                                        </p:tgtEl>
                                        <p:attrNameLst>
                                          <p:attrName>style.visibility</p:attrName>
                                        </p:attrNameLst>
                                      </p:cBhvr>
                                      <p:to>
                                        <p:strVal val="visible"/>
                                      </p:to>
                                    </p:set>
                                    <p:animEffect filter="fade" transition="in">
                                      <p:cBhvr>
                                        <p:cTn id="27" dur="1000"/>
                                        <p:tgtEl>
                                          <p:spTgt spid="1198"/>
                                        </p:tgtEl>
                                      </p:cBhvr>
                                    </p:animEffect>
                                  </p:childTnLst>
                                </p:cTn>
                              </p:par>
                            </p:childTnLst>
                          </p:cTn>
                        </p:par>
                        <p:par>
                          <p:cTn id="28" fill="hold">
                            <p:stCondLst>
                              <p:cond delay="5000"/>
                            </p:stCondLst>
                            <p:childTnLst>
                              <p:par>
                                <p:cTn id="29" presetClass="entr" nodeType="afterEffect" presetSubtype="8" presetID="22" grpId="7" fill="hold">
                                  <p:stCondLst>
                                    <p:cond delay="0"/>
                                  </p:stCondLst>
                                  <p:iterate type="el" backwards="0">
                                    <p:tmAbs val="0"/>
                                  </p:iterate>
                                  <p:childTnLst>
                                    <p:set>
                                      <p:cBhvr>
                                        <p:cTn id="30" fill="hold"/>
                                        <p:tgtEl>
                                          <p:spTgt spid="1210"/>
                                        </p:tgtEl>
                                        <p:attrNameLst>
                                          <p:attrName>style.visibility</p:attrName>
                                        </p:attrNameLst>
                                      </p:cBhvr>
                                      <p:to>
                                        <p:strVal val="visible"/>
                                      </p:to>
                                    </p:set>
                                    <p:animEffect filter="wipe(left)" transition="in">
                                      <p:cBhvr>
                                        <p:cTn id="31" dur="800"/>
                                        <p:tgtEl>
                                          <p:spTgt spid="1210"/>
                                        </p:tgtEl>
                                      </p:cBhvr>
                                    </p:animEffect>
                                  </p:childTnLst>
                                </p:cTn>
                              </p:par>
                            </p:childTnLst>
                          </p:cTn>
                        </p:par>
                        <p:par>
                          <p:cTn id="32" fill="hold">
                            <p:stCondLst>
                              <p:cond delay="5800"/>
                            </p:stCondLst>
                            <p:childTnLst>
                              <p:par>
                                <p:cTn id="33" presetClass="entr" nodeType="afterEffect" presetID="10" grpId="8" fill="hold">
                                  <p:stCondLst>
                                    <p:cond delay="0"/>
                                  </p:stCondLst>
                                  <p:iterate type="el" backwards="0">
                                    <p:tmAbs val="0"/>
                                  </p:iterate>
                                  <p:childTnLst>
                                    <p:set>
                                      <p:cBhvr>
                                        <p:cTn id="34" fill="hold"/>
                                        <p:tgtEl>
                                          <p:spTgt spid="1185"/>
                                        </p:tgtEl>
                                        <p:attrNameLst>
                                          <p:attrName>style.visibility</p:attrName>
                                        </p:attrNameLst>
                                      </p:cBhvr>
                                      <p:to>
                                        <p:strVal val="visible"/>
                                      </p:to>
                                    </p:set>
                                    <p:animEffect filter="fade" transition="in">
                                      <p:cBhvr>
                                        <p:cTn id="35" dur="1000"/>
                                        <p:tgtEl>
                                          <p:spTgt spid="1185"/>
                                        </p:tgtEl>
                                      </p:cBhvr>
                                    </p:animEffect>
                                  </p:childTnLst>
                                </p:cTn>
                              </p:par>
                            </p:childTnLst>
                          </p:cTn>
                        </p:par>
                        <p:par>
                          <p:cTn id="36" fill="hold">
                            <p:stCondLst>
                              <p:cond delay="6800"/>
                            </p:stCondLst>
                            <p:childTnLst>
                              <p:par>
                                <p:cTn id="37" presetClass="entr" nodeType="afterEffect" presetID="10" grpId="9" fill="hold">
                                  <p:stCondLst>
                                    <p:cond delay="0"/>
                                  </p:stCondLst>
                                  <p:iterate type="el" backwards="0">
                                    <p:tmAbs val="0"/>
                                  </p:iterate>
                                  <p:childTnLst>
                                    <p:set>
                                      <p:cBhvr>
                                        <p:cTn id="38" fill="hold"/>
                                        <p:tgtEl>
                                          <p:spTgt spid="1186"/>
                                        </p:tgtEl>
                                        <p:attrNameLst>
                                          <p:attrName>style.visibility</p:attrName>
                                        </p:attrNameLst>
                                      </p:cBhvr>
                                      <p:to>
                                        <p:strVal val="visible"/>
                                      </p:to>
                                    </p:set>
                                    <p:animEffect filter="fade" transition="in">
                                      <p:cBhvr>
                                        <p:cTn id="39" dur="1000"/>
                                        <p:tgtEl>
                                          <p:spTgt spid="1186"/>
                                        </p:tgtEl>
                                      </p:cBhvr>
                                    </p:animEffect>
                                  </p:childTnLst>
                                </p:cTn>
                              </p:par>
                            </p:childTnLst>
                          </p:cTn>
                        </p:par>
                        <p:par>
                          <p:cTn id="40" fill="hold">
                            <p:stCondLst>
                              <p:cond delay="7800"/>
                            </p:stCondLst>
                            <p:childTnLst>
                              <p:par>
                                <p:cTn id="41" presetClass="entr" nodeType="afterEffect" presetSubtype="1" presetID="22" grpId="10" fill="hold">
                                  <p:stCondLst>
                                    <p:cond delay="0"/>
                                  </p:stCondLst>
                                  <p:iterate type="el" backwards="0">
                                    <p:tmAbs val="0"/>
                                  </p:iterate>
                                  <p:childTnLst>
                                    <p:set>
                                      <p:cBhvr>
                                        <p:cTn id="42" fill="hold"/>
                                        <p:tgtEl>
                                          <p:spTgt spid="1191"/>
                                        </p:tgtEl>
                                        <p:attrNameLst>
                                          <p:attrName>style.visibility</p:attrName>
                                        </p:attrNameLst>
                                      </p:cBhvr>
                                      <p:to>
                                        <p:strVal val="visible"/>
                                      </p:to>
                                    </p:set>
                                    <p:animEffect filter="wipe(up)" transition="in">
                                      <p:cBhvr>
                                        <p:cTn id="43" dur="500"/>
                                        <p:tgtEl>
                                          <p:spTgt spid="1191"/>
                                        </p:tgtEl>
                                      </p:cBhvr>
                                    </p:animEffect>
                                  </p:childTnLst>
                                </p:cTn>
                              </p:par>
                            </p:childTnLst>
                          </p:cTn>
                        </p:par>
                        <p:par>
                          <p:cTn id="44" fill="hold">
                            <p:stCondLst>
                              <p:cond delay="8300"/>
                            </p:stCondLst>
                            <p:childTnLst>
                              <p:par>
                                <p:cTn id="45" presetClass="entr" nodeType="afterEffect" presetID="10" grpId="11" fill="hold">
                                  <p:stCondLst>
                                    <p:cond delay="0"/>
                                  </p:stCondLst>
                                  <p:iterate type="el" backwards="0">
                                    <p:tmAbs val="0"/>
                                  </p:iterate>
                                  <p:childTnLst>
                                    <p:set>
                                      <p:cBhvr>
                                        <p:cTn id="46" fill="hold"/>
                                        <p:tgtEl>
                                          <p:spTgt spid="1187"/>
                                        </p:tgtEl>
                                        <p:attrNameLst>
                                          <p:attrName>style.visibility</p:attrName>
                                        </p:attrNameLst>
                                      </p:cBhvr>
                                      <p:to>
                                        <p:strVal val="visible"/>
                                      </p:to>
                                    </p:set>
                                    <p:animEffect filter="fade" transition="in">
                                      <p:cBhvr>
                                        <p:cTn id="47" dur="1000"/>
                                        <p:tgtEl>
                                          <p:spTgt spid="1187"/>
                                        </p:tgtEl>
                                      </p:cBhvr>
                                    </p:animEffect>
                                  </p:childTnLst>
                                </p:cTn>
                              </p:par>
                            </p:childTnLst>
                          </p:cTn>
                        </p:par>
                        <p:par>
                          <p:cTn id="48" fill="hold">
                            <p:stCondLst>
                              <p:cond delay="9300"/>
                            </p:stCondLst>
                            <p:childTnLst>
                              <p:par>
                                <p:cTn id="49" presetClass="entr" nodeType="afterEffect" presetSubtype="1" presetID="22" grpId="12" fill="hold">
                                  <p:stCondLst>
                                    <p:cond delay="0"/>
                                  </p:stCondLst>
                                  <p:iterate type="el" backwards="0">
                                    <p:tmAbs val="0"/>
                                  </p:iterate>
                                  <p:childTnLst>
                                    <p:set>
                                      <p:cBhvr>
                                        <p:cTn id="50" fill="hold"/>
                                        <p:tgtEl>
                                          <p:spTgt spid="1190"/>
                                        </p:tgtEl>
                                        <p:attrNameLst>
                                          <p:attrName>style.visibility</p:attrName>
                                        </p:attrNameLst>
                                      </p:cBhvr>
                                      <p:to>
                                        <p:strVal val="visible"/>
                                      </p:to>
                                    </p:set>
                                    <p:animEffect filter="wipe(up)" transition="in">
                                      <p:cBhvr>
                                        <p:cTn id="51" dur="500"/>
                                        <p:tgtEl>
                                          <p:spTgt spid="1190"/>
                                        </p:tgtEl>
                                      </p:cBhvr>
                                    </p:animEffect>
                                  </p:childTnLst>
                                </p:cTn>
                              </p:par>
                            </p:childTnLst>
                          </p:cTn>
                        </p:par>
                        <p:par>
                          <p:cTn id="52" fill="hold">
                            <p:stCondLst>
                              <p:cond delay="9800"/>
                            </p:stCondLst>
                            <p:childTnLst>
                              <p:par>
                                <p:cTn id="53" presetClass="entr" nodeType="afterEffect" presetID="10" grpId="13" fill="hold">
                                  <p:stCondLst>
                                    <p:cond delay="0"/>
                                  </p:stCondLst>
                                  <p:iterate type="el" backwards="0">
                                    <p:tmAbs val="0"/>
                                  </p:iterate>
                                  <p:childTnLst>
                                    <p:set>
                                      <p:cBhvr>
                                        <p:cTn id="54" fill="hold"/>
                                        <p:tgtEl>
                                          <p:spTgt spid="1188"/>
                                        </p:tgtEl>
                                        <p:attrNameLst>
                                          <p:attrName>style.visibility</p:attrName>
                                        </p:attrNameLst>
                                      </p:cBhvr>
                                      <p:to>
                                        <p:strVal val="visible"/>
                                      </p:to>
                                    </p:set>
                                    <p:animEffect filter="fade" transition="in">
                                      <p:cBhvr>
                                        <p:cTn id="55" dur="1000"/>
                                        <p:tgtEl>
                                          <p:spTgt spid="1188"/>
                                        </p:tgtEl>
                                      </p:cBhvr>
                                    </p:animEffect>
                                  </p:childTnLst>
                                </p:cTn>
                              </p:par>
                            </p:childTnLst>
                          </p:cTn>
                        </p:par>
                        <p:par>
                          <p:cTn id="56" fill="hold">
                            <p:stCondLst>
                              <p:cond delay="10800"/>
                            </p:stCondLst>
                            <p:childTnLst>
                              <p:par>
                                <p:cTn id="57" presetClass="entr" nodeType="afterEffect" presetSubtype="1" presetID="22" grpId="14" fill="hold">
                                  <p:stCondLst>
                                    <p:cond delay="0"/>
                                  </p:stCondLst>
                                  <p:iterate type="el" backwards="0">
                                    <p:tmAbs val="0"/>
                                  </p:iterate>
                                  <p:childTnLst>
                                    <p:set>
                                      <p:cBhvr>
                                        <p:cTn id="58" fill="hold"/>
                                        <p:tgtEl>
                                          <p:spTgt spid="1192"/>
                                        </p:tgtEl>
                                        <p:attrNameLst>
                                          <p:attrName>style.visibility</p:attrName>
                                        </p:attrNameLst>
                                      </p:cBhvr>
                                      <p:to>
                                        <p:strVal val="visible"/>
                                      </p:to>
                                    </p:set>
                                    <p:animEffect filter="wipe(up)" transition="in">
                                      <p:cBhvr>
                                        <p:cTn id="59" dur="500"/>
                                        <p:tgtEl>
                                          <p:spTgt spid="1192"/>
                                        </p:tgtEl>
                                      </p:cBhvr>
                                    </p:animEffect>
                                  </p:childTnLst>
                                </p:cTn>
                              </p:par>
                            </p:childTnLst>
                          </p:cTn>
                        </p:par>
                        <p:par>
                          <p:cTn id="60" fill="hold">
                            <p:stCondLst>
                              <p:cond delay="11300"/>
                            </p:stCondLst>
                            <p:childTnLst>
                              <p:par>
                                <p:cTn id="61" presetClass="entr" nodeType="afterEffect" presetID="10" grpId="15" fill="hold">
                                  <p:stCondLst>
                                    <p:cond delay="0"/>
                                  </p:stCondLst>
                                  <p:iterate type="el" backwards="0">
                                    <p:tmAbs val="0"/>
                                  </p:iterate>
                                  <p:childTnLst>
                                    <p:set>
                                      <p:cBhvr>
                                        <p:cTn id="62" fill="hold"/>
                                        <p:tgtEl>
                                          <p:spTgt spid="1189"/>
                                        </p:tgtEl>
                                        <p:attrNameLst>
                                          <p:attrName>style.visibility</p:attrName>
                                        </p:attrNameLst>
                                      </p:cBhvr>
                                      <p:to>
                                        <p:strVal val="visible"/>
                                      </p:to>
                                    </p:set>
                                    <p:animEffect filter="fade" transition="in">
                                      <p:cBhvr>
                                        <p:cTn id="63" dur="1000"/>
                                        <p:tgtEl>
                                          <p:spTgt spid="1189"/>
                                        </p:tgtEl>
                                      </p:cBhvr>
                                    </p:animEffect>
                                  </p:childTnLst>
                                </p:cTn>
                              </p:par>
                            </p:childTnLst>
                          </p:cTn>
                        </p:par>
                        <p:par>
                          <p:cTn id="64" fill="hold">
                            <p:stCondLst>
                              <p:cond delay="12300"/>
                            </p:stCondLst>
                            <p:childTnLst>
                              <p:par>
                                <p:cTn id="65" presetClass="entr" nodeType="afterEffect" presetSubtype="8" presetID="22" grpId="16" fill="hold">
                                  <p:stCondLst>
                                    <p:cond delay="0"/>
                                  </p:stCondLst>
                                  <p:iterate type="el" backwards="0">
                                    <p:tmAbs val="0"/>
                                  </p:iterate>
                                  <p:childTnLst>
                                    <p:set>
                                      <p:cBhvr>
                                        <p:cTn id="66" fill="hold"/>
                                        <p:tgtEl>
                                          <p:spTgt spid="1211"/>
                                        </p:tgtEl>
                                        <p:attrNameLst>
                                          <p:attrName>style.visibility</p:attrName>
                                        </p:attrNameLst>
                                      </p:cBhvr>
                                      <p:to>
                                        <p:strVal val="visible"/>
                                      </p:to>
                                    </p:set>
                                    <p:animEffect filter="wipe(left)" transition="in">
                                      <p:cBhvr>
                                        <p:cTn id="67" dur="800"/>
                                        <p:tgtEl>
                                          <p:spTgt spid="1211"/>
                                        </p:tgtEl>
                                      </p:cBhvr>
                                    </p:animEffect>
                                  </p:childTnLst>
                                </p:cTn>
                              </p:par>
                            </p:childTnLst>
                          </p:cTn>
                        </p:par>
                        <p:par>
                          <p:cTn id="68" fill="hold">
                            <p:stCondLst>
                              <p:cond delay="13100"/>
                            </p:stCondLst>
                            <p:childTnLst>
                              <p:par>
                                <p:cTn id="69" presetClass="entr" nodeType="afterEffect" presetID="10" grpId="17" fill="hold">
                                  <p:stCondLst>
                                    <p:cond delay="0"/>
                                  </p:stCondLst>
                                  <p:iterate type="el" backwards="0">
                                    <p:tmAbs val="0"/>
                                  </p:iterate>
                                  <p:childTnLst>
                                    <p:set>
                                      <p:cBhvr>
                                        <p:cTn id="70" fill="hold"/>
                                        <p:tgtEl>
                                          <p:spTgt spid="1203"/>
                                        </p:tgtEl>
                                        <p:attrNameLst>
                                          <p:attrName>style.visibility</p:attrName>
                                        </p:attrNameLst>
                                      </p:cBhvr>
                                      <p:to>
                                        <p:strVal val="visible"/>
                                      </p:to>
                                    </p:set>
                                    <p:animEffect filter="fade" transition="in">
                                      <p:cBhvr>
                                        <p:cTn id="71" dur="1000"/>
                                        <p:tgtEl>
                                          <p:spTgt spid="1203"/>
                                        </p:tgtEl>
                                      </p:cBhvr>
                                    </p:animEffect>
                                  </p:childTnLst>
                                </p:cTn>
                              </p:par>
                            </p:childTnLst>
                          </p:cTn>
                        </p:par>
                        <p:par>
                          <p:cTn id="72" fill="hold">
                            <p:stCondLst>
                              <p:cond delay="14100"/>
                            </p:stCondLst>
                            <p:childTnLst>
                              <p:par>
                                <p:cTn id="73" presetClass="entr" nodeType="afterEffect" presetID="10" grpId="18" fill="hold">
                                  <p:stCondLst>
                                    <p:cond delay="0"/>
                                  </p:stCondLst>
                                  <p:iterate type="el" backwards="0">
                                    <p:tmAbs val="0"/>
                                  </p:iterate>
                                  <p:childTnLst>
                                    <p:set>
                                      <p:cBhvr>
                                        <p:cTn id="74" fill="hold"/>
                                        <p:tgtEl>
                                          <p:spTgt spid="1204"/>
                                        </p:tgtEl>
                                        <p:attrNameLst>
                                          <p:attrName>style.visibility</p:attrName>
                                        </p:attrNameLst>
                                      </p:cBhvr>
                                      <p:to>
                                        <p:strVal val="visible"/>
                                      </p:to>
                                    </p:set>
                                    <p:animEffect filter="fade" transition="in">
                                      <p:cBhvr>
                                        <p:cTn id="75" dur="1000"/>
                                        <p:tgtEl>
                                          <p:spTgt spid="1204"/>
                                        </p:tgtEl>
                                      </p:cBhvr>
                                    </p:animEffect>
                                  </p:childTnLst>
                                </p:cTn>
                              </p:par>
                            </p:childTnLst>
                          </p:cTn>
                        </p:par>
                        <p:par>
                          <p:cTn id="76" fill="hold">
                            <p:stCondLst>
                              <p:cond delay="15100"/>
                            </p:stCondLst>
                            <p:childTnLst>
                              <p:par>
                                <p:cTn id="77" presetClass="entr" nodeType="afterEffect" presetSubtype="1" presetID="22" grpId="19" fill="hold">
                                  <p:stCondLst>
                                    <p:cond delay="0"/>
                                  </p:stCondLst>
                                  <p:iterate type="el" backwards="0">
                                    <p:tmAbs val="0"/>
                                  </p:iterate>
                                  <p:childTnLst>
                                    <p:set>
                                      <p:cBhvr>
                                        <p:cTn id="78" fill="hold"/>
                                        <p:tgtEl>
                                          <p:spTgt spid="1206"/>
                                        </p:tgtEl>
                                        <p:attrNameLst>
                                          <p:attrName>style.visibility</p:attrName>
                                        </p:attrNameLst>
                                      </p:cBhvr>
                                      <p:to>
                                        <p:strVal val="visible"/>
                                      </p:to>
                                    </p:set>
                                    <p:animEffect filter="wipe(up)" transition="in">
                                      <p:cBhvr>
                                        <p:cTn id="79" dur="500"/>
                                        <p:tgtEl>
                                          <p:spTgt spid="1206"/>
                                        </p:tgtEl>
                                      </p:cBhvr>
                                    </p:animEffect>
                                  </p:childTnLst>
                                </p:cTn>
                              </p:par>
                            </p:childTnLst>
                          </p:cTn>
                        </p:par>
                        <p:par>
                          <p:cTn id="80" fill="hold">
                            <p:stCondLst>
                              <p:cond delay="15600"/>
                            </p:stCondLst>
                            <p:childTnLst>
                              <p:par>
                                <p:cTn id="81" presetClass="entr" nodeType="afterEffect" presetID="10" grpId="20" fill="hold">
                                  <p:stCondLst>
                                    <p:cond delay="0"/>
                                  </p:stCondLst>
                                  <p:iterate type="el" backwards="0">
                                    <p:tmAbs val="0"/>
                                  </p:iterate>
                                  <p:childTnLst>
                                    <p:set>
                                      <p:cBhvr>
                                        <p:cTn id="82" fill="hold"/>
                                        <p:tgtEl>
                                          <p:spTgt spid="1205"/>
                                        </p:tgtEl>
                                        <p:attrNameLst>
                                          <p:attrName>style.visibility</p:attrName>
                                        </p:attrNameLst>
                                      </p:cBhvr>
                                      <p:to>
                                        <p:strVal val="visible"/>
                                      </p:to>
                                    </p:set>
                                    <p:animEffect filter="fade" transition="in">
                                      <p:cBhvr>
                                        <p:cTn id="83" dur="1000"/>
                                        <p:tgtEl>
                                          <p:spTgt spid="1205"/>
                                        </p:tgtEl>
                                      </p:cBhvr>
                                    </p:animEffect>
                                  </p:childTnLst>
                                </p:cTn>
                              </p:par>
                            </p:childTnLst>
                          </p:cTn>
                        </p:par>
                        <p:par>
                          <p:cTn id="84" fill="hold">
                            <p:stCondLst>
                              <p:cond delay="16600"/>
                            </p:stCondLst>
                            <p:childTnLst>
                              <p:par>
                                <p:cTn id="85" presetClass="entr" nodeType="afterEffect" presetID="9" grpId="21" fill="hold">
                                  <p:stCondLst>
                                    <p:cond delay="0"/>
                                  </p:stCondLst>
                                  <p:iterate type="el" backwards="0">
                                    <p:tmAbs val="0"/>
                                  </p:iterate>
                                  <p:childTnLst>
                                    <p:set>
                                      <p:cBhvr>
                                        <p:cTn id="86" fill="hold"/>
                                        <p:tgtEl>
                                          <p:spTgt spid="1213"/>
                                        </p:tgtEl>
                                        <p:attrNameLst>
                                          <p:attrName>style.visibility</p:attrName>
                                        </p:attrNameLst>
                                      </p:cBhvr>
                                      <p:to>
                                        <p:strVal val="visible"/>
                                      </p:to>
                                    </p:set>
                                    <p:animEffect filter="dissolve" transition="in">
                                      <p:cBhvr>
                                        <p:cTn id="87" dur="1250"/>
                                        <p:tgtEl>
                                          <p:spTgt spid="1213"/>
                                        </p:tgtEl>
                                      </p:cBhvr>
                                    </p:animEffect>
                                  </p:childTnLst>
                                </p:cTn>
                              </p:par>
                            </p:childTnLst>
                          </p:cTn>
                        </p:par>
                        <p:par>
                          <p:cTn id="88" fill="hold">
                            <p:stCondLst>
                              <p:cond delay="17850"/>
                            </p:stCondLst>
                            <p:childTnLst>
                              <p:par>
                                <p:cTn id="89" presetClass="entr" nodeType="afterEffect" presetID="10" grpId="22" fill="hold">
                                  <p:stCondLst>
                                    <p:cond delay="0"/>
                                  </p:stCondLst>
                                  <p:iterate type="el" backwards="0">
                                    <p:tmAbs val="0"/>
                                  </p:iterate>
                                  <p:childTnLst>
                                    <p:set>
                                      <p:cBhvr>
                                        <p:cTn id="90" fill="hold"/>
                                        <p:tgtEl>
                                          <p:spTgt spid="1208"/>
                                        </p:tgtEl>
                                        <p:attrNameLst>
                                          <p:attrName>style.visibility</p:attrName>
                                        </p:attrNameLst>
                                      </p:cBhvr>
                                      <p:to>
                                        <p:strVal val="visible"/>
                                      </p:to>
                                    </p:set>
                                    <p:animEffect filter="fade" transition="in">
                                      <p:cBhvr>
                                        <p:cTn id="91" dur="700"/>
                                        <p:tgtEl>
                                          <p:spTgt spid="1208"/>
                                        </p:tgtEl>
                                      </p:cBhvr>
                                    </p:animEffect>
                                  </p:childTnLst>
                                </p:cTn>
                              </p:par>
                            </p:childTnLst>
                          </p:cTn>
                        </p:par>
                        <p:par>
                          <p:cTn id="92" fill="hold">
                            <p:stCondLst>
                              <p:cond delay="18550"/>
                            </p:stCondLst>
                            <p:childTnLst>
                              <p:par>
                                <p:cTn id="93" presetClass="entr" nodeType="afterEffect" presetID="9" grpId="23" fill="hold">
                                  <p:stCondLst>
                                    <p:cond delay="0"/>
                                  </p:stCondLst>
                                  <p:iterate type="el" backwards="0">
                                    <p:tmAbs val="0"/>
                                  </p:iterate>
                                  <p:childTnLst>
                                    <p:set>
                                      <p:cBhvr>
                                        <p:cTn id="94" fill="hold"/>
                                        <p:tgtEl>
                                          <p:spTgt spid="1214"/>
                                        </p:tgtEl>
                                        <p:attrNameLst>
                                          <p:attrName>style.visibility</p:attrName>
                                        </p:attrNameLst>
                                      </p:cBhvr>
                                      <p:to>
                                        <p:strVal val="visible"/>
                                      </p:to>
                                    </p:set>
                                    <p:animEffect filter="dissolve" transition="in">
                                      <p:cBhvr>
                                        <p:cTn id="95" dur="1250"/>
                                        <p:tgtEl>
                                          <p:spTgt spid="1214"/>
                                        </p:tgtEl>
                                      </p:cBhvr>
                                    </p:animEffect>
                                  </p:childTnLst>
                                </p:cTn>
                              </p:par>
                            </p:childTnLst>
                          </p:cTn>
                        </p:par>
                        <p:par>
                          <p:cTn id="96" fill="hold">
                            <p:stCondLst>
                              <p:cond delay="19800"/>
                            </p:stCondLst>
                            <p:childTnLst>
                              <p:par>
                                <p:cTn id="97" presetClass="entr" nodeType="afterEffect" presetID="10" grpId="24" fill="hold">
                                  <p:stCondLst>
                                    <p:cond delay="0"/>
                                  </p:stCondLst>
                                  <p:iterate type="el" backwards="0">
                                    <p:tmAbs val="0"/>
                                  </p:iterate>
                                  <p:childTnLst>
                                    <p:set>
                                      <p:cBhvr>
                                        <p:cTn id="98" fill="hold"/>
                                        <p:tgtEl>
                                          <p:spTgt spid="1212"/>
                                        </p:tgtEl>
                                        <p:attrNameLst>
                                          <p:attrName>style.visibility</p:attrName>
                                        </p:attrNameLst>
                                      </p:cBhvr>
                                      <p:to>
                                        <p:strVal val="visible"/>
                                      </p:to>
                                    </p:set>
                                    <p:animEffect filter="fade" transition="in">
                                      <p:cBhvr>
                                        <p:cTn id="99" dur="1000"/>
                                        <p:tgtEl>
                                          <p:spTgt spid="12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210" grpId="7"/>
      <p:bldP build="whole" bldLvl="1" animBg="1" rev="0" advAuto="0" spid="1185" grpId="8"/>
      <p:bldP build="whole" bldLvl="1" animBg="1" rev="0" advAuto="0" spid="1213" grpId="21"/>
      <p:bldP build="whole" bldLvl="1" animBg="1" rev="0" advAuto="0" spid="1200" grpId="3"/>
      <p:bldP build="whole" bldLvl="1" animBg="1" rev="0" advAuto="0" spid="1191" grpId="10"/>
      <p:bldP build="whole" bldLvl="1" animBg="1" rev="0" advAuto="0" spid="1195" grpId="1"/>
      <p:bldP build="whole" bldLvl="1" animBg="1" rev="0" advAuto="0" spid="1186" grpId="9"/>
      <p:bldP build="whole" bldLvl="1" animBg="1" rev="0" advAuto="0" spid="1190" grpId="12"/>
      <p:bldP build="whole" bldLvl="1" animBg="1" rev="0" advAuto="0" spid="1214" grpId="23"/>
      <p:bldP build="whole" bldLvl="1" animBg="1" rev="0" advAuto="0" spid="1203" grpId="17"/>
      <p:bldP build="whole" bldLvl="1" animBg="1" rev="0" advAuto="0" spid="1196" grpId="2"/>
      <p:bldP build="whole" bldLvl="1" animBg="1" rev="0" advAuto="0" spid="1204" grpId="18"/>
      <p:bldP build="whole" bldLvl="1" animBg="1" rev="0" advAuto="0" spid="1208" grpId="22"/>
      <p:bldP build="whole" bldLvl="1" animBg="1" rev="0" advAuto="0" spid="1212" grpId="24"/>
      <p:bldP build="whole" bldLvl="1" animBg="1" rev="0" advAuto="0" spid="1188" grpId="13"/>
      <p:bldP build="whole" bldLvl="1" animBg="1" rev="0" advAuto="0" spid="1206" grpId="19"/>
      <p:bldP build="whole" bldLvl="1" animBg="1" rev="0" advAuto="0" spid="1205" grpId="20"/>
      <p:bldP build="whole" bldLvl="1" animBg="1" rev="0" advAuto="0" spid="1199" grpId="5"/>
      <p:bldP build="whole" bldLvl="1" animBg="1" rev="0" advAuto="0" spid="1198" grpId="6"/>
      <p:bldP build="whole" bldLvl="1" animBg="1" rev="0" advAuto="0" spid="1187" grpId="11"/>
      <p:bldP build="whole" bldLvl="1" animBg="1" rev="0" advAuto="0" spid="1211" grpId="16"/>
      <p:bldP build="whole" bldLvl="1" animBg="1" rev="0" advAuto="0" spid="1189" grpId="15"/>
      <p:bldP build="whole" bldLvl="1" animBg="1" rev="0" advAuto="0" spid="1192" grpId="14"/>
      <p:bldP build="whole" bldLvl="1" animBg="1" rev="0" advAuto="0" spid="1197" grpId="4"/>
    </p:bldLst>
  </p:timing>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16" name="CPU + RAM"/>
          <p:cNvSpPr/>
          <p:nvPr/>
        </p:nvSpPr>
        <p:spPr>
          <a:xfrm>
            <a:off x="3009249" y="499291"/>
            <a:ext cx="3440906" cy="486273"/>
          </a:xfrm>
          <a:prstGeom prst="rect">
            <a:avLst/>
          </a:prstGeom>
          <a:solidFill>
            <a:srgbClr val="FFFFFF"/>
          </a:solidFill>
          <a:ln w="50800">
            <a:solidFill>
              <a:schemeClr val="accent2"/>
            </a:solidFill>
            <a:miter/>
          </a:ln>
          <a:extLst>
            <a:ext uri="{C572A759-6A51-4108-AA02-DFA0A04FC94B}">
              <ma14:wrappingTextBoxFlag xmlns:ma14="http://schemas.microsoft.com/office/mac/drawingml/2011/main" val="1"/>
            </a:ext>
          </a:extLst>
        </p:spPr>
        <p:txBody>
          <a:bodyPr lIns="45719" rIns="45719" anchor="ctr"/>
          <a:lstStyle>
            <a:lvl1pPr algn="ctr">
              <a:defRPr b="1"/>
            </a:lvl1pPr>
          </a:lstStyle>
          <a:p>
            <a:pPr/>
            <a:r>
              <a:t>CPU + RAM</a:t>
            </a:r>
          </a:p>
        </p:txBody>
      </p:sp>
      <p:sp>
        <p:nvSpPr>
          <p:cNvPr id="1217" name="AutoShape 2"/>
          <p:cNvSpPr/>
          <p:nvPr/>
        </p:nvSpPr>
        <p:spPr>
          <a:xfrm rot="10800000">
            <a:off x="-1" y="-1"/>
            <a:ext cx="2459135" cy="6858001"/>
          </a:xfrm>
          <a:prstGeom prst="rect">
            <a:avLst/>
          </a:prstGeom>
          <a:solidFill>
            <a:schemeClr val="accent1"/>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1218" name="Freeform 3"/>
          <p:cNvSpPr/>
          <p:nvPr/>
        </p:nvSpPr>
        <p:spPr>
          <a:xfrm>
            <a:off x="-69851" y="4416210"/>
            <a:ext cx="2528985" cy="2528985"/>
          </a:xfrm>
          <a:prstGeom prst="rect">
            <a:avLst/>
          </a:prstGeom>
          <a:blipFill>
            <a:blip r:embed="rId2"/>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pic>
        <p:nvPicPr>
          <p:cNvPr id="1219" name="Picture 10" descr="Picture 10"/>
          <p:cNvPicPr>
            <a:picLocks noChangeAspect="1"/>
          </p:cNvPicPr>
          <p:nvPr/>
        </p:nvPicPr>
        <p:blipFill>
          <a:blip r:embed="rId3">
            <a:extLst/>
          </a:blip>
          <a:stretch>
            <a:fillRect/>
          </a:stretch>
        </p:blipFill>
        <p:spPr>
          <a:xfrm>
            <a:off x="-112529" y="5522981"/>
            <a:ext cx="1943085" cy="1298439"/>
          </a:xfrm>
          <a:prstGeom prst="rect">
            <a:avLst/>
          </a:prstGeom>
          <a:ln w="12700">
            <a:miter lim="400000"/>
          </a:ln>
        </p:spPr>
      </p:pic>
      <p:sp>
        <p:nvSpPr>
          <p:cNvPr id="1220" name="Freeform 4"/>
          <p:cNvSpPr/>
          <p:nvPr/>
        </p:nvSpPr>
        <p:spPr>
          <a:xfrm>
            <a:off x="10720750" y="477331"/>
            <a:ext cx="1178860" cy="416938"/>
          </a:xfrm>
          <a:prstGeom prst="rect">
            <a:avLst/>
          </a:prstGeom>
          <a:blipFill>
            <a:blip r:embed="rId4"/>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1221" name="TextBox 5"/>
          <p:cNvSpPr txBox="1"/>
          <p:nvPr/>
        </p:nvSpPr>
        <p:spPr>
          <a:xfrm>
            <a:off x="-1" y="2918545"/>
            <a:ext cx="2459135" cy="3501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609600">
              <a:lnSpc>
                <a:spcPts val="2600"/>
              </a:lnSpc>
              <a:defRPr sz="2400">
                <a:solidFill>
                  <a:srgbClr val="FFFFFF"/>
                </a:solidFill>
                <a:latin typeface="Futura Bold"/>
                <a:ea typeface="Futura Bold"/>
                <a:cs typeface="Futura Bold"/>
                <a:sym typeface="Futura Bold"/>
              </a:defRPr>
            </a:lvl1pPr>
          </a:lstStyle>
          <a:p>
            <a:pPr/>
            <a:r>
              <a:t>RAM vs VRAM</a:t>
            </a:r>
          </a:p>
        </p:txBody>
      </p:sp>
      <p:sp>
        <p:nvSpPr>
          <p:cNvPr id="1222" name="System Memory (~2 TB)"/>
          <p:cNvSpPr/>
          <p:nvPr/>
        </p:nvSpPr>
        <p:spPr>
          <a:xfrm>
            <a:off x="3009249" y="993549"/>
            <a:ext cx="3440906" cy="2067123"/>
          </a:xfrm>
          <a:prstGeom prst="rect">
            <a:avLst/>
          </a:prstGeom>
          <a:solidFill>
            <a:srgbClr val="FFFFFF"/>
          </a:solidFill>
          <a:ln w="50800">
            <a:solidFill>
              <a:schemeClr val="accent2"/>
            </a:solidFill>
            <a:miter/>
          </a:ln>
          <a:extLst>
            <a:ext uri="{C572A759-6A51-4108-AA02-DFA0A04FC94B}">
              <ma14:wrappingTextBoxFlag xmlns:ma14="http://schemas.microsoft.com/office/mac/drawingml/2011/main" val="1"/>
            </a:ext>
          </a:extLst>
        </p:spPr>
        <p:txBody>
          <a:bodyPr lIns="45719" rIns="45719" anchor="ctr"/>
          <a:lstStyle>
            <a:lvl1pPr algn="ctr">
              <a:defRPr b="1"/>
            </a:lvl1pPr>
          </a:lstStyle>
          <a:p>
            <a:pPr/>
            <a:r>
              <a:t>System Memory (~2 TB)</a:t>
            </a:r>
          </a:p>
        </p:txBody>
      </p:sp>
      <p:sp>
        <p:nvSpPr>
          <p:cNvPr id="1223" name="GPU Memory  (80 GB)"/>
          <p:cNvSpPr/>
          <p:nvPr/>
        </p:nvSpPr>
        <p:spPr>
          <a:xfrm>
            <a:off x="8979313" y="1871800"/>
            <a:ext cx="2478185" cy="815822"/>
          </a:xfrm>
          <a:prstGeom prst="rect">
            <a:avLst/>
          </a:prstGeom>
          <a:solidFill>
            <a:srgbClr val="FFFFFF"/>
          </a:solidFill>
          <a:ln w="50800">
            <a:solidFill>
              <a:schemeClr val="accent1"/>
            </a:solidFill>
            <a:miter/>
          </a:ln>
          <a:extLst>
            <a:ext uri="{C572A759-6A51-4108-AA02-DFA0A04FC94B}">
              <ma14:wrappingTextBoxFlag xmlns:ma14="http://schemas.microsoft.com/office/mac/drawingml/2011/main" val="1"/>
            </a:ext>
          </a:extLst>
        </p:spPr>
        <p:txBody>
          <a:bodyPr lIns="45719" rIns="45719" anchor="ctr"/>
          <a:lstStyle/>
          <a:p>
            <a:pPr algn="ctr">
              <a:defRPr b="1"/>
            </a:pPr>
            <a:r>
              <a:t>GPU Memory </a:t>
            </a:r>
            <a:br/>
            <a:r>
              <a:t>(80 GB)</a:t>
            </a:r>
          </a:p>
        </p:txBody>
      </p:sp>
      <p:sp>
        <p:nvSpPr>
          <p:cNvPr id="1224" name="GPU + VRAM"/>
          <p:cNvSpPr/>
          <p:nvPr/>
        </p:nvSpPr>
        <p:spPr>
          <a:xfrm>
            <a:off x="8979313" y="1366600"/>
            <a:ext cx="2478185" cy="486273"/>
          </a:xfrm>
          <a:prstGeom prst="rect">
            <a:avLst/>
          </a:prstGeom>
          <a:solidFill>
            <a:srgbClr val="FFFFFF"/>
          </a:solidFill>
          <a:ln w="50800">
            <a:solidFill>
              <a:schemeClr val="accent1"/>
            </a:solidFill>
            <a:miter/>
          </a:ln>
          <a:extLst>
            <a:ext uri="{C572A759-6A51-4108-AA02-DFA0A04FC94B}">
              <ma14:wrappingTextBoxFlag xmlns:ma14="http://schemas.microsoft.com/office/mac/drawingml/2011/main" val="1"/>
            </a:ext>
          </a:extLst>
        </p:spPr>
        <p:txBody>
          <a:bodyPr lIns="45719" rIns="45719" anchor="ctr"/>
          <a:lstStyle>
            <a:lvl1pPr algn="ctr">
              <a:defRPr b="1"/>
            </a:lvl1pPr>
          </a:lstStyle>
          <a:p>
            <a:pPr/>
            <a:r>
              <a:t>GPU + VRAM</a:t>
            </a:r>
          </a:p>
        </p:txBody>
      </p:sp>
      <p:sp>
        <p:nvSpPr>
          <p:cNvPr id="1225" name="RAM (system memory):…"/>
          <p:cNvSpPr txBox="1"/>
          <p:nvPr>
            <p:ph type="body" sz="quarter" idx="4294967295"/>
          </p:nvPr>
        </p:nvSpPr>
        <p:spPr>
          <a:xfrm>
            <a:off x="2885833" y="3665153"/>
            <a:ext cx="4542869" cy="2117924"/>
          </a:xfrm>
          <a:prstGeom prst="rect">
            <a:avLst/>
          </a:prstGeom>
        </p:spPr>
        <p:txBody>
          <a:bodyPr/>
          <a:lstStyle>
            <a:lvl1pPr marL="0" indent="0">
              <a:buClrTx/>
              <a:buSzTx/>
              <a:buNone/>
              <a:defRPr b="1"/>
            </a:lvl1pPr>
            <a:lvl2pPr marL="0" indent="228600">
              <a:buClrTx/>
              <a:buSzTx/>
              <a:buNone/>
            </a:lvl2pPr>
          </a:lstStyle>
          <a:p>
            <a:pPr/>
            <a:r>
              <a:t>RAM (system memory):</a:t>
            </a:r>
          </a:p>
          <a:p>
            <a:pPr lvl="1"/>
            <a:r>
              <a:t>used by the CPU. Holds your dataset, preprocessing pipelines, OS, and everything else. Our H100 nodes have ~2 TB.</a:t>
            </a:r>
          </a:p>
        </p:txBody>
      </p:sp>
      <p:sp>
        <p:nvSpPr>
          <p:cNvPr id="1226" name="Line"/>
          <p:cNvSpPr/>
          <p:nvPr/>
        </p:nvSpPr>
        <p:spPr>
          <a:xfrm>
            <a:off x="6423043" y="2074327"/>
            <a:ext cx="2459135" cy="1"/>
          </a:xfrm>
          <a:prstGeom prst="line">
            <a:avLst/>
          </a:prstGeom>
          <a:ln w="63500">
            <a:solidFill>
              <a:schemeClr val="accent2"/>
            </a:solidFill>
            <a:miter/>
            <a:tailEnd type="triangle"/>
          </a:ln>
        </p:spPr>
        <p:txBody>
          <a:bodyPr lIns="45719" rIns="45719"/>
          <a:lstStyle/>
          <a:p>
            <a:pPr/>
          </a:p>
        </p:txBody>
      </p:sp>
      <p:sp>
        <p:nvSpPr>
          <p:cNvPr id="1227" name="Data Transfer…"/>
          <p:cNvSpPr txBox="1"/>
          <p:nvPr/>
        </p:nvSpPr>
        <p:spPr>
          <a:xfrm>
            <a:off x="6560510" y="2181824"/>
            <a:ext cx="2184200" cy="6502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gn="ctr">
              <a:defRPr b="1"/>
            </a:pPr>
            <a:r>
              <a:t>Data Transfer</a:t>
            </a:r>
          </a:p>
          <a:p>
            <a:pPr algn="ctr">
              <a:defRPr b="1"/>
            </a:pPr>
            <a:r>
              <a:t>(PCIe / NVLink)</a:t>
            </a:r>
          </a:p>
        </p:txBody>
      </p:sp>
      <p:sp>
        <p:nvSpPr>
          <p:cNvPr id="1228" name="VRAM (GPU memory):…"/>
          <p:cNvSpPr txBox="1"/>
          <p:nvPr/>
        </p:nvSpPr>
        <p:spPr>
          <a:xfrm>
            <a:off x="7855401" y="3665153"/>
            <a:ext cx="4233962" cy="2117924"/>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ct val="150000"/>
              </a:lnSpc>
              <a:defRPr b="1"/>
            </a:lvl1pPr>
            <a:lvl2pPr indent="228600">
              <a:lnSpc>
                <a:spcPct val="150000"/>
              </a:lnSpc>
            </a:lvl2pPr>
          </a:lstStyle>
          <a:p>
            <a:pPr/>
            <a:r>
              <a:t>VRAM (GPU memory):</a:t>
            </a:r>
          </a:p>
          <a:p>
            <a:pPr lvl="1"/>
            <a:r>
              <a:t>dedicated memory on the GPU. Holds model weights, activations, and gradients during training. An H100 has 80 GB.</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ID="10" grpId="1" fill="hold">
                                  <p:stCondLst>
                                    <p:cond delay="0"/>
                                  </p:stCondLst>
                                  <p:iterate type="el" backwards="0">
                                    <p:tmAbs val="0"/>
                                  </p:iterate>
                                  <p:childTnLst>
                                    <p:set>
                                      <p:cBhvr>
                                        <p:cTn id="6" fill="hold"/>
                                        <p:tgtEl>
                                          <p:spTgt spid="1225"/>
                                        </p:tgtEl>
                                        <p:attrNameLst>
                                          <p:attrName>style.visibility</p:attrName>
                                        </p:attrNameLst>
                                      </p:cBhvr>
                                      <p:to>
                                        <p:strVal val="visible"/>
                                      </p:to>
                                    </p:set>
                                    <p:animEffect filter="fade" transition="in">
                                      <p:cBhvr>
                                        <p:cTn id="7" dur="1000"/>
                                        <p:tgtEl>
                                          <p:spTgt spid="1225"/>
                                        </p:tgtEl>
                                      </p:cBhvr>
                                    </p:animEffect>
                                  </p:childTnLst>
                                </p:cTn>
                              </p:par>
                            </p:childTnLst>
                          </p:cTn>
                        </p:par>
                        <p:par>
                          <p:cTn id="8" fill="hold">
                            <p:stCondLst>
                              <p:cond delay="1000"/>
                            </p:stCondLst>
                            <p:childTnLst>
                              <p:par>
                                <p:cTn id="9" presetClass="entr" nodeType="afterEffect" presetID="10" grpId="2" fill="hold">
                                  <p:stCondLst>
                                    <p:cond delay="0"/>
                                  </p:stCondLst>
                                  <p:iterate type="el" backwards="0">
                                    <p:tmAbs val="0"/>
                                  </p:iterate>
                                  <p:childTnLst>
                                    <p:set>
                                      <p:cBhvr>
                                        <p:cTn id="10" fill="hold"/>
                                        <p:tgtEl>
                                          <p:spTgt spid="1228"/>
                                        </p:tgtEl>
                                        <p:attrNameLst>
                                          <p:attrName>style.visibility</p:attrName>
                                        </p:attrNameLst>
                                      </p:cBhvr>
                                      <p:to>
                                        <p:strVal val="visible"/>
                                      </p:to>
                                    </p:set>
                                    <p:animEffect filter="fade" transition="in">
                                      <p:cBhvr>
                                        <p:cTn id="11" dur="1000"/>
                                        <p:tgtEl>
                                          <p:spTgt spid="12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228" grpId="2"/>
      <p:bldP build="whole" bldLvl="1" animBg="1" rev="0" advAuto="0" spid="1225" grpId="1"/>
    </p:bldLst>
  </p:timing>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0" name="CPU + RAM"/>
          <p:cNvSpPr/>
          <p:nvPr/>
        </p:nvSpPr>
        <p:spPr>
          <a:xfrm>
            <a:off x="3009249" y="499291"/>
            <a:ext cx="3440906" cy="486273"/>
          </a:xfrm>
          <a:prstGeom prst="rect">
            <a:avLst/>
          </a:prstGeom>
          <a:solidFill>
            <a:srgbClr val="FFFFFF"/>
          </a:solidFill>
          <a:ln w="50800">
            <a:solidFill>
              <a:schemeClr val="accent2"/>
            </a:solidFill>
            <a:miter/>
          </a:ln>
          <a:extLst>
            <a:ext uri="{C572A759-6A51-4108-AA02-DFA0A04FC94B}">
              <ma14:wrappingTextBoxFlag xmlns:ma14="http://schemas.microsoft.com/office/mac/drawingml/2011/main" val="1"/>
            </a:ext>
          </a:extLst>
        </p:spPr>
        <p:txBody>
          <a:bodyPr lIns="45719" rIns="45719" anchor="ctr"/>
          <a:lstStyle>
            <a:lvl1pPr algn="ctr">
              <a:defRPr b="1"/>
            </a:lvl1pPr>
          </a:lstStyle>
          <a:p>
            <a:pPr/>
            <a:r>
              <a:t>CPU + RAM</a:t>
            </a:r>
          </a:p>
        </p:txBody>
      </p:sp>
      <p:sp>
        <p:nvSpPr>
          <p:cNvPr id="1231" name="AutoShape 2"/>
          <p:cNvSpPr/>
          <p:nvPr/>
        </p:nvSpPr>
        <p:spPr>
          <a:xfrm rot="10800000">
            <a:off x="-1" y="-1"/>
            <a:ext cx="2459135" cy="6858001"/>
          </a:xfrm>
          <a:prstGeom prst="rect">
            <a:avLst/>
          </a:prstGeom>
          <a:solidFill>
            <a:schemeClr val="accent1"/>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1232" name="Freeform 3"/>
          <p:cNvSpPr/>
          <p:nvPr/>
        </p:nvSpPr>
        <p:spPr>
          <a:xfrm>
            <a:off x="-69851" y="4416210"/>
            <a:ext cx="2528985" cy="2528985"/>
          </a:xfrm>
          <a:prstGeom prst="rect">
            <a:avLst/>
          </a:prstGeom>
          <a:blipFill>
            <a:blip r:embed="rId2"/>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pic>
        <p:nvPicPr>
          <p:cNvPr id="1233" name="Picture 10" descr="Picture 10"/>
          <p:cNvPicPr>
            <a:picLocks noChangeAspect="1"/>
          </p:cNvPicPr>
          <p:nvPr/>
        </p:nvPicPr>
        <p:blipFill>
          <a:blip r:embed="rId3">
            <a:extLst/>
          </a:blip>
          <a:stretch>
            <a:fillRect/>
          </a:stretch>
        </p:blipFill>
        <p:spPr>
          <a:xfrm>
            <a:off x="-112529" y="5522981"/>
            <a:ext cx="1943085" cy="1298439"/>
          </a:xfrm>
          <a:prstGeom prst="rect">
            <a:avLst/>
          </a:prstGeom>
          <a:ln w="12700">
            <a:miter lim="400000"/>
          </a:ln>
        </p:spPr>
      </p:pic>
      <p:sp>
        <p:nvSpPr>
          <p:cNvPr id="1234" name="Freeform 4"/>
          <p:cNvSpPr/>
          <p:nvPr/>
        </p:nvSpPr>
        <p:spPr>
          <a:xfrm>
            <a:off x="10720750" y="477331"/>
            <a:ext cx="1178860" cy="416938"/>
          </a:xfrm>
          <a:prstGeom prst="rect">
            <a:avLst/>
          </a:prstGeom>
          <a:blipFill>
            <a:blip r:embed="rId4"/>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1235" name="TextBox 5"/>
          <p:cNvSpPr txBox="1"/>
          <p:nvPr/>
        </p:nvSpPr>
        <p:spPr>
          <a:xfrm>
            <a:off x="-1" y="2918545"/>
            <a:ext cx="2459135" cy="3501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609600">
              <a:lnSpc>
                <a:spcPts val="2600"/>
              </a:lnSpc>
              <a:defRPr sz="2400">
                <a:solidFill>
                  <a:srgbClr val="FFFFFF"/>
                </a:solidFill>
                <a:latin typeface="Futura Bold"/>
                <a:ea typeface="Futura Bold"/>
                <a:cs typeface="Futura Bold"/>
                <a:sym typeface="Futura Bold"/>
              </a:defRPr>
            </a:lvl1pPr>
          </a:lstStyle>
          <a:p>
            <a:pPr/>
            <a:r>
              <a:t>RAM vs VRAM</a:t>
            </a:r>
          </a:p>
        </p:txBody>
      </p:sp>
      <p:sp>
        <p:nvSpPr>
          <p:cNvPr id="1236" name="System Memory (~2 TB)"/>
          <p:cNvSpPr/>
          <p:nvPr/>
        </p:nvSpPr>
        <p:spPr>
          <a:xfrm>
            <a:off x="3009249" y="993549"/>
            <a:ext cx="3440906" cy="2067123"/>
          </a:xfrm>
          <a:prstGeom prst="rect">
            <a:avLst/>
          </a:prstGeom>
          <a:solidFill>
            <a:srgbClr val="FFFFFF"/>
          </a:solidFill>
          <a:ln w="50800">
            <a:solidFill>
              <a:schemeClr val="accent2"/>
            </a:solidFill>
            <a:miter/>
          </a:ln>
          <a:extLst>
            <a:ext uri="{C572A759-6A51-4108-AA02-DFA0A04FC94B}">
              <ma14:wrappingTextBoxFlag xmlns:ma14="http://schemas.microsoft.com/office/mac/drawingml/2011/main" val="1"/>
            </a:ext>
          </a:extLst>
        </p:spPr>
        <p:txBody>
          <a:bodyPr lIns="45719" rIns="45719" anchor="ctr"/>
          <a:lstStyle>
            <a:lvl1pPr algn="ctr">
              <a:defRPr b="1"/>
            </a:lvl1pPr>
          </a:lstStyle>
          <a:p>
            <a:pPr/>
            <a:r>
              <a:t>System Memory (~2 TB)</a:t>
            </a:r>
          </a:p>
        </p:txBody>
      </p:sp>
      <p:sp>
        <p:nvSpPr>
          <p:cNvPr id="1237" name="GPU Memory  (80 GB)"/>
          <p:cNvSpPr/>
          <p:nvPr/>
        </p:nvSpPr>
        <p:spPr>
          <a:xfrm>
            <a:off x="8979313" y="1871800"/>
            <a:ext cx="2478185" cy="815822"/>
          </a:xfrm>
          <a:prstGeom prst="rect">
            <a:avLst/>
          </a:prstGeom>
          <a:solidFill>
            <a:srgbClr val="FFFFFF"/>
          </a:solidFill>
          <a:ln w="50800">
            <a:solidFill>
              <a:schemeClr val="accent1"/>
            </a:solidFill>
            <a:miter/>
          </a:ln>
          <a:extLst>
            <a:ext uri="{C572A759-6A51-4108-AA02-DFA0A04FC94B}">
              <ma14:wrappingTextBoxFlag xmlns:ma14="http://schemas.microsoft.com/office/mac/drawingml/2011/main" val="1"/>
            </a:ext>
          </a:extLst>
        </p:spPr>
        <p:txBody>
          <a:bodyPr lIns="45719" rIns="45719" anchor="ctr"/>
          <a:lstStyle/>
          <a:p>
            <a:pPr algn="ctr">
              <a:defRPr b="1"/>
            </a:pPr>
            <a:r>
              <a:t>GPU Memory </a:t>
            </a:r>
            <a:br/>
            <a:r>
              <a:t>(80 GB)</a:t>
            </a:r>
          </a:p>
        </p:txBody>
      </p:sp>
      <p:sp>
        <p:nvSpPr>
          <p:cNvPr id="1238" name="GPU + VRAM"/>
          <p:cNvSpPr/>
          <p:nvPr/>
        </p:nvSpPr>
        <p:spPr>
          <a:xfrm>
            <a:off x="8979313" y="1366600"/>
            <a:ext cx="2478185" cy="486273"/>
          </a:xfrm>
          <a:prstGeom prst="rect">
            <a:avLst/>
          </a:prstGeom>
          <a:solidFill>
            <a:srgbClr val="FFFFFF"/>
          </a:solidFill>
          <a:ln w="50800">
            <a:solidFill>
              <a:schemeClr val="accent1"/>
            </a:solidFill>
            <a:miter/>
          </a:ln>
          <a:extLst>
            <a:ext uri="{C572A759-6A51-4108-AA02-DFA0A04FC94B}">
              <ma14:wrappingTextBoxFlag xmlns:ma14="http://schemas.microsoft.com/office/mac/drawingml/2011/main" val="1"/>
            </a:ext>
          </a:extLst>
        </p:spPr>
        <p:txBody>
          <a:bodyPr lIns="45719" rIns="45719" anchor="ctr"/>
          <a:lstStyle>
            <a:lvl1pPr algn="ctr">
              <a:defRPr b="1"/>
            </a:lvl1pPr>
          </a:lstStyle>
          <a:p>
            <a:pPr/>
            <a:r>
              <a:t>GPU + VRAM</a:t>
            </a:r>
          </a:p>
        </p:txBody>
      </p:sp>
      <p:sp>
        <p:nvSpPr>
          <p:cNvPr id="1239" name="7B parameter model in fp16 ≈ 14 GB just for weights. Add activations and gradients → easily fills 80 GB…"/>
          <p:cNvSpPr txBox="1"/>
          <p:nvPr>
            <p:ph type="body" sz="quarter" idx="4294967295"/>
          </p:nvPr>
        </p:nvSpPr>
        <p:spPr>
          <a:xfrm>
            <a:off x="2982037" y="3665153"/>
            <a:ext cx="8433296" cy="1952089"/>
          </a:xfrm>
          <a:prstGeom prst="rect">
            <a:avLst/>
          </a:prstGeom>
        </p:spPr>
        <p:txBody>
          <a:bodyPr/>
          <a:lstStyle/>
          <a:p>
            <a:pPr marL="228600" indent="-228600">
              <a:buClrTx/>
              <a:buChar char="•"/>
            </a:pPr>
            <a:r>
              <a:t>7B parameter model in fp16 ≈ 14 GB just for weights. Add activations and gradients → easily fills 80 GB</a:t>
            </a:r>
          </a:p>
          <a:p>
            <a:pPr marL="228600" indent="-228600">
              <a:buClrTx/>
              <a:buChar char="•"/>
            </a:pPr>
            <a:r>
              <a:t>Out of RAM → job gets killed</a:t>
            </a:r>
          </a:p>
          <a:p>
            <a:pPr marL="228600" indent="-228600">
              <a:buClrTx/>
              <a:buChar char="•"/>
            </a:pPr>
            <a:r>
              <a:t>Out of VRAM → </a:t>
            </a:r>
            <a:r>
              <a:rPr b="1">
                <a:solidFill>
                  <a:schemeClr val="accent1"/>
                </a:solidFill>
              </a:rPr>
              <a:t>CUDA out of memory</a:t>
            </a:r>
          </a:p>
        </p:txBody>
      </p:sp>
      <p:sp>
        <p:nvSpPr>
          <p:cNvPr id="1240" name="Line"/>
          <p:cNvSpPr/>
          <p:nvPr/>
        </p:nvSpPr>
        <p:spPr>
          <a:xfrm>
            <a:off x="6423043" y="2074327"/>
            <a:ext cx="2459135" cy="1"/>
          </a:xfrm>
          <a:prstGeom prst="line">
            <a:avLst/>
          </a:prstGeom>
          <a:ln w="63500">
            <a:solidFill>
              <a:schemeClr val="accent2"/>
            </a:solidFill>
            <a:miter/>
            <a:tailEnd type="triangle"/>
          </a:ln>
        </p:spPr>
        <p:txBody>
          <a:bodyPr lIns="45719" rIns="45719"/>
          <a:lstStyle/>
          <a:p>
            <a:pPr/>
          </a:p>
        </p:txBody>
      </p:sp>
      <p:sp>
        <p:nvSpPr>
          <p:cNvPr id="1241" name="Data Transfer…"/>
          <p:cNvSpPr txBox="1"/>
          <p:nvPr/>
        </p:nvSpPr>
        <p:spPr>
          <a:xfrm>
            <a:off x="6560510" y="2181824"/>
            <a:ext cx="2184200" cy="6502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gn="ctr">
              <a:defRPr b="1"/>
            </a:pPr>
            <a:r>
              <a:t>Data Transfer</a:t>
            </a:r>
          </a:p>
          <a:p>
            <a:pPr algn="ctr">
              <a:defRPr b="1"/>
            </a:pPr>
            <a:r>
              <a:t>(PCIe / NVLink)</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ID="10" grpId="1" fill="hold">
                                  <p:stCondLst>
                                    <p:cond delay="0"/>
                                  </p:stCondLst>
                                  <p:iterate type="el" backwards="0">
                                    <p:tmAbs val="0"/>
                                  </p:iterate>
                                  <p:childTnLst>
                                    <p:set>
                                      <p:cBhvr>
                                        <p:cTn id="6" fill="hold"/>
                                        <p:tgtEl>
                                          <p:spTgt spid="1239"/>
                                        </p:tgtEl>
                                        <p:attrNameLst>
                                          <p:attrName>style.visibility</p:attrName>
                                        </p:attrNameLst>
                                      </p:cBhvr>
                                      <p:to>
                                        <p:strVal val="visible"/>
                                      </p:to>
                                    </p:set>
                                    <p:animEffect filter="fade" transition="in">
                                      <p:cBhvr>
                                        <p:cTn id="7" dur="1000"/>
                                        <p:tgtEl>
                                          <p:spTgt spid="12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239" grpId="1"/>
    </p:bldLst>
  </p:timing>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43" name="Rectangle"/>
          <p:cNvSpPr/>
          <p:nvPr/>
        </p:nvSpPr>
        <p:spPr>
          <a:xfrm>
            <a:off x="3178255" y="335475"/>
            <a:ext cx="6823374" cy="1703032"/>
          </a:xfrm>
          <a:prstGeom prst="rect">
            <a:avLst/>
          </a:prstGeom>
          <a:solidFill>
            <a:srgbClr val="FFFFFF"/>
          </a:solidFill>
          <a:ln w="25400">
            <a:solidFill>
              <a:schemeClr val="accent1"/>
            </a:solidFill>
            <a:miter/>
          </a:ln>
        </p:spPr>
        <p:txBody>
          <a:bodyPr lIns="45719" rIns="45719" anchor="ctr"/>
          <a:lstStyle/>
          <a:p>
            <a:pPr/>
          </a:p>
        </p:txBody>
      </p:sp>
      <p:sp>
        <p:nvSpPr>
          <p:cNvPr id="1244" name="AutoShape 2"/>
          <p:cNvSpPr/>
          <p:nvPr/>
        </p:nvSpPr>
        <p:spPr>
          <a:xfrm rot="10800000">
            <a:off x="-1" y="-1"/>
            <a:ext cx="2459135" cy="6858001"/>
          </a:xfrm>
          <a:prstGeom prst="rect">
            <a:avLst/>
          </a:prstGeom>
          <a:solidFill>
            <a:schemeClr val="accent3"/>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1245" name="Freeform 3"/>
          <p:cNvSpPr/>
          <p:nvPr/>
        </p:nvSpPr>
        <p:spPr>
          <a:xfrm>
            <a:off x="-69851" y="4416210"/>
            <a:ext cx="2528985" cy="2528985"/>
          </a:xfrm>
          <a:prstGeom prst="rect">
            <a:avLst/>
          </a:prstGeom>
          <a:blipFill>
            <a:blip r:embed="rId2"/>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pic>
        <p:nvPicPr>
          <p:cNvPr id="1246" name="Picture 10" descr="Picture 10"/>
          <p:cNvPicPr>
            <a:picLocks noChangeAspect="1"/>
          </p:cNvPicPr>
          <p:nvPr/>
        </p:nvPicPr>
        <p:blipFill>
          <a:blip r:embed="rId3">
            <a:extLst/>
          </a:blip>
          <a:stretch>
            <a:fillRect/>
          </a:stretch>
        </p:blipFill>
        <p:spPr>
          <a:xfrm>
            <a:off x="-112529" y="5522981"/>
            <a:ext cx="1943085" cy="1298439"/>
          </a:xfrm>
          <a:prstGeom prst="rect">
            <a:avLst/>
          </a:prstGeom>
          <a:ln w="12700">
            <a:miter lim="400000"/>
          </a:ln>
        </p:spPr>
      </p:pic>
      <p:sp>
        <p:nvSpPr>
          <p:cNvPr id="1247" name="Freeform 4"/>
          <p:cNvSpPr/>
          <p:nvPr/>
        </p:nvSpPr>
        <p:spPr>
          <a:xfrm>
            <a:off x="10720750" y="477331"/>
            <a:ext cx="1178860" cy="416938"/>
          </a:xfrm>
          <a:prstGeom prst="rect">
            <a:avLst/>
          </a:prstGeom>
          <a:blipFill>
            <a:blip r:embed="rId4"/>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1248" name="TextBox 5"/>
          <p:cNvSpPr txBox="1"/>
          <p:nvPr/>
        </p:nvSpPr>
        <p:spPr>
          <a:xfrm>
            <a:off x="-1" y="2918545"/>
            <a:ext cx="2459135" cy="68884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609600">
              <a:lnSpc>
                <a:spcPts val="2600"/>
              </a:lnSpc>
              <a:defRPr sz="2400">
                <a:solidFill>
                  <a:srgbClr val="FFFFFF"/>
                </a:solidFill>
                <a:latin typeface="Futura Bold"/>
                <a:ea typeface="Futura Bold"/>
                <a:cs typeface="Futura Bold"/>
                <a:sym typeface="Futura Bold"/>
              </a:defRPr>
            </a:lvl1pPr>
          </a:lstStyle>
          <a:p>
            <a:pPr/>
            <a:r>
              <a:t>Training vs Inference</a:t>
            </a:r>
          </a:p>
        </p:txBody>
      </p:sp>
      <p:sp>
        <p:nvSpPr>
          <p:cNvPr id="1249" name="Input"/>
          <p:cNvSpPr/>
          <p:nvPr/>
        </p:nvSpPr>
        <p:spPr>
          <a:xfrm>
            <a:off x="3628868" y="821810"/>
            <a:ext cx="732456" cy="404237"/>
          </a:xfrm>
          <a:prstGeom prst="rect">
            <a:avLst/>
          </a:prstGeom>
          <a:solidFill>
            <a:srgbClr val="FFFFFF"/>
          </a:solidFill>
          <a:ln w="25400">
            <a:solidFill>
              <a:schemeClr val="accent1"/>
            </a:solidFill>
            <a:miter/>
          </a:ln>
          <a:extLst>
            <a:ext uri="{C572A759-6A51-4108-AA02-DFA0A04FC94B}">
              <ma14:wrappingTextBoxFlag xmlns:ma14="http://schemas.microsoft.com/office/mac/drawingml/2011/main" val="1"/>
            </a:ext>
          </a:extLst>
        </p:spPr>
        <p:txBody>
          <a:bodyPr lIns="45719" rIns="45719" anchor="ctr"/>
          <a:lstStyle>
            <a:lvl1pPr algn="ctr">
              <a:defRPr sz="1600"/>
            </a:lvl1pPr>
          </a:lstStyle>
          <a:p>
            <a:pPr/>
            <a:r>
              <a:t>Input</a:t>
            </a:r>
          </a:p>
        </p:txBody>
      </p:sp>
      <p:sp>
        <p:nvSpPr>
          <p:cNvPr id="1250" name="Layer 1"/>
          <p:cNvSpPr/>
          <p:nvPr/>
        </p:nvSpPr>
        <p:spPr>
          <a:xfrm>
            <a:off x="4805015" y="821810"/>
            <a:ext cx="878110" cy="404237"/>
          </a:xfrm>
          <a:prstGeom prst="rect">
            <a:avLst/>
          </a:prstGeom>
          <a:solidFill>
            <a:srgbClr val="FFFFFF"/>
          </a:solidFill>
          <a:ln w="25400">
            <a:solidFill>
              <a:schemeClr val="accent1"/>
            </a:solidFill>
            <a:miter/>
          </a:ln>
          <a:extLst>
            <a:ext uri="{C572A759-6A51-4108-AA02-DFA0A04FC94B}">
              <ma14:wrappingTextBoxFlag xmlns:ma14="http://schemas.microsoft.com/office/mac/drawingml/2011/main" val="1"/>
            </a:ext>
          </a:extLst>
        </p:spPr>
        <p:txBody>
          <a:bodyPr lIns="45719" rIns="45719" anchor="ctr"/>
          <a:lstStyle>
            <a:lvl1pPr algn="ctr">
              <a:defRPr sz="1600"/>
            </a:lvl1pPr>
          </a:lstStyle>
          <a:p>
            <a:pPr/>
            <a:r>
              <a:t>Layer 1</a:t>
            </a:r>
          </a:p>
        </p:txBody>
      </p:sp>
      <p:sp>
        <p:nvSpPr>
          <p:cNvPr id="1251" name="Line"/>
          <p:cNvSpPr/>
          <p:nvPr/>
        </p:nvSpPr>
        <p:spPr>
          <a:xfrm>
            <a:off x="6975267" y="1023928"/>
            <a:ext cx="400935" cy="1"/>
          </a:xfrm>
          <a:prstGeom prst="line">
            <a:avLst/>
          </a:prstGeom>
          <a:ln w="50800">
            <a:solidFill>
              <a:schemeClr val="accent1"/>
            </a:solidFill>
            <a:miter/>
            <a:tailEnd type="triangle"/>
          </a:ln>
        </p:spPr>
        <p:txBody>
          <a:bodyPr lIns="45719" rIns="45719"/>
          <a:lstStyle/>
          <a:p>
            <a:pPr/>
          </a:p>
        </p:txBody>
      </p:sp>
      <p:sp>
        <p:nvSpPr>
          <p:cNvPr id="1252" name="Line"/>
          <p:cNvSpPr/>
          <p:nvPr/>
        </p:nvSpPr>
        <p:spPr>
          <a:xfrm>
            <a:off x="5679872" y="1023928"/>
            <a:ext cx="400936" cy="1"/>
          </a:xfrm>
          <a:prstGeom prst="line">
            <a:avLst/>
          </a:prstGeom>
          <a:ln w="50800">
            <a:solidFill>
              <a:schemeClr val="accent1"/>
            </a:solidFill>
            <a:miter/>
            <a:tailEnd type="triangle"/>
          </a:ln>
        </p:spPr>
        <p:txBody>
          <a:bodyPr lIns="45719" rIns="45719"/>
          <a:lstStyle/>
          <a:p>
            <a:pPr/>
          </a:p>
        </p:txBody>
      </p:sp>
      <p:sp>
        <p:nvSpPr>
          <p:cNvPr id="1253" name="Line"/>
          <p:cNvSpPr/>
          <p:nvPr/>
        </p:nvSpPr>
        <p:spPr>
          <a:xfrm>
            <a:off x="4395695" y="1023928"/>
            <a:ext cx="400936" cy="1"/>
          </a:xfrm>
          <a:prstGeom prst="line">
            <a:avLst/>
          </a:prstGeom>
          <a:ln w="50800">
            <a:solidFill>
              <a:schemeClr val="accent1"/>
            </a:solidFill>
            <a:miter/>
            <a:tailEnd type="triangle"/>
          </a:ln>
        </p:spPr>
        <p:txBody>
          <a:bodyPr lIns="45719" rIns="45719"/>
          <a:lstStyle/>
          <a:p>
            <a:pPr/>
          </a:p>
        </p:txBody>
      </p:sp>
      <p:sp>
        <p:nvSpPr>
          <p:cNvPr id="1254" name="Line"/>
          <p:cNvSpPr/>
          <p:nvPr/>
        </p:nvSpPr>
        <p:spPr>
          <a:xfrm>
            <a:off x="8289166" y="1023928"/>
            <a:ext cx="447135" cy="1"/>
          </a:xfrm>
          <a:prstGeom prst="line">
            <a:avLst/>
          </a:prstGeom>
          <a:ln w="50800">
            <a:solidFill>
              <a:schemeClr val="accent1"/>
            </a:solidFill>
            <a:miter/>
            <a:tailEnd type="triangle"/>
          </a:ln>
        </p:spPr>
        <p:txBody>
          <a:bodyPr lIns="45719" rIns="45719"/>
          <a:lstStyle/>
          <a:p>
            <a:pPr/>
          </a:p>
        </p:txBody>
      </p:sp>
      <p:sp>
        <p:nvSpPr>
          <p:cNvPr id="1255" name="Loss"/>
          <p:cNvSpPr/>
          <p:nvPr/>
        </p:nvSpPr>
        <p:spPr>
          <a:xfrm>
            <a:off x="8749000" y="821810"/>
            <a:ext cx="732457" cy="404237"/>
          </a:xfrm>
          <a:prstGeom prst="rect">
            <a:avLst/>
          </a:prstGeom>
          <a:solidFill>
            <a:srgbClr val="FFFFFF"/>
          </a:solidFill>
          <a:ln w="25400">
            <a:solidFill>
              <a:schemeClr val="accent2"/>
            </a:solidFill>
            <a:miter/>
          </a:ln>
          <a:extLst>
            <a:ext uri="{C572A759-6A51-4108-AA02-DFA0A04FC94B}">
              <ma14:wrappingTextBoxFlag xmlns:ma14="http://schemas.microsoft.com/office/mac/drawingml/2011/main" val="1"/>
            </a:ext>
          </a:extLst>
        </p:spPr>
        <p:txBody>
          <a:bodyPr lIns="45719" rIns="45719" anchor="ctr"/>
          <a:lstStyle>
            <a:lvl1pPr algn="ctr">
              <a:defRPr sz="1600"/>
            </a:lvl1pPr>
          </a:lstStyle>
          <a:p>
            <a:pPr/>
            <a:r>
              <a:t>Loss</a:t>
            </a:r>
          </a:p>
        </p:txBody>
      </p:sp>
      <p:sp>
        <p:nvSpPr>
          <p:cNvPr id="1256" name="Update all layers"/>
          <p:cNvSpPr/>
          <p:nvPr/>
        </p:nvSpPr>
        <p:spPr>
          <a:xfrm>
            <a:off x="5574217" y="1433268"/>
            <a:ext cx="1917684" cy="404237"/>
          </a:xfrm>
          <a:prstGeom prst="rect">
            <a:avLst/>
          </a:prstGeom>
          <a:solidFill>
            <a:srgbClr val="FFFFFF"/>
          </a:solidFill>
          <a:ln w="25400">
            <a:solidFill>
              <a:schemeClr val="accent2"/>
            </a:solidFill>
            <a:miter/>
          </a:ln>
          <a:extLst>
            <a:ext uri="{C572A759-6A51-4108-AA02-DFA0A04FC94B}">
              <ma14:wrappingTextBoxFlag xmlns:ma14="http://schemas.microsoft.com/office/mac/drawingml/2011/main" val="1"/>
            </a:ext>
          </a:extLst>
        </p:spPr>
        <p:txBody>
          <a:bodyPr lIns="45719" rIns="45719" anchor="ctr"/>
          <a:lstStyle>
            <a:lvl1pPr algn="ctr">
              <a:defRPr sz="1600"/>
            </a:lvl1pPr>
          </a:lstStyle>
          <a:p>
            <a:pPr/>
            <a:r>
              <a:t>Update all layers</a:t>
            </a:r>
          </a:p>
        </p:txBody>
      </p:sp>
      <p:cxnSp>
        <p:nvCxnSpPr>
          <p:cNvPr id="1257" name="Connection Line"/>
          <p:cNvCxnSpPr>
            <a:stCxn id="1256" idx="0"/>
            <a:endCxn id="1255" idx="0"/>
          </p:cNvCxnSpPr>
          <p:nvPr/>
        </p:nvCxnSpPr>
        <p:spPr>
          <a:xfrm flipV="1">
            <a:off x="6527800" y="1028700"/>
            <a:ext cx="2590800" cy="609600"/>
          </a:xfrm>
          <a:prstGeom prst="bentConnector3">
            <a:avLst>
              <a:gd name="adj1" fmla="val 128921"/>
            </a:avLst>
          </a:prstGeom>
          <a:ln w="50800">
            <a:solidFill>
              <a:schemeClr val="accent2"/>
            </a:solidFill>
            <a:miter/>
            <a:headEnd type="triangle"/>
          </a:ln>
        </p:spPr>
      </p:cxnSp>
      <p:sp>
        <p:nvSpPr>
          <p:cNvPr id="1258" name="Training"/>
          <p:cNvSpPr txBox="1"/>
          <p:nvPr/>
        </p:nvSpPr>
        <p:spPr>
          <a:xfrm>
            <a:off x="3205911" y="376222"/>
            <a:ext cx="1168113" cy="370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lvl1pPr>
          </a:lstStyle>
          <a:p>
            <a:pPr/>
            <a:r>
              <a:t>Training</a:t>
            </a:r>
          </a:p>
        </p:txBody>
      </p:sp>
      <p:sp>
        <p:nvSpPr>
          <p:cNvPr id="1259" name="…"/>
          <p:cNvSpPr/>
          <p:nvPr/>
        </p:nvSpPr>
        <p:spPr>
          <a:xfrm>
            <a:off x="6094003" y="821810"/>
            <a:ext cx="878111" cy="404237"/>
          </a:xfrm>
          <a:prstGeom prst="rect">
            <a:avLst/>
          </a:prstGeom>
          <a:solidFill>
            <a:srgbClr val="FFFFFF"/>
          </a:solidFill>
          <a:ln w="25400">
            <a:solidFill>
              <a:schemeClr val="accent1"/>
            </a:solidFill>
            <a:miter/>
          </a:ln>
          <a:extLst>
            <a:ext uri="{C572A759-6A51-4108-AA02-DFA0A04FC94B}">
              <ma14:wrappingTextBoxFlag xmlns:ma14="http://schemas.microsoft.com/office/mac/drawingml/2011/main" val="1"/>
            </a:ext>
          </a:extLst>
        </p:spPr>
        <p:txBody>
          <a:bodyPr lIns="45719" rIns="45719"/>
          <a:lstStyle>
            <a:lvl1pPr algn="ctr">
              <a:defRPr sz="1600"/>
            </a:lvl1pPr>
          </a:lstStyle>
          <a:p>
            <a:pPr/>
            <a:r>
              <a:t>…</a:t>
            </a:r>
          </a:p>
        </p:txBody>
      </p:sp>
      <p:sp>
        <p:nvSpPr>
          <p:cNvPr id="1260" name="Layer N"/>
          <p:cNvSpPr/>
          <p:nvPr/>
        </p:nvSpPr>
        <p:spPr>
          <a:xfrm>
            <a:off x="7399355" y="821810"/>
            <a:ext cx="904956" cy="404237"/>
          </a:xfrm>
          <a:prstGeom prst="rect">
            <a:avLst/>
          </a:prstGeom>
          <a:solidFill>
            <a:srgbClr val="FFFFFF"/>
          </a:solidFill>
          <a:ln w="25400">
            <a:solidFill>
              <a:schemeClr val="accent1"/>
            </a:solidFill>
            <a:miter/>
          </a:ln>
          <a:extLst>
            <a:ext uri="{C572A759-6A51-4108-AA02-DFA0A04FC94B}">
              <ma14:wrappingTextBoxFlag xmlns:ma14="http://schemas.microsoft.com/office/mac/drawingml/2011/main" val="1"/>
            </a:ext>
          </a:extLst>
        </p:spPr>
        <p:txBody>
          <a:bodyPr lIns="45719" rIns="45719" anchor="ctr"/>
          <a:lstStyle>
            <a:lvl1pPr algn="ctr">
              <a:defRPr sz="1600"/>
            </a:lvl1pPr>
          </a:lstStyle>
          <a:p>
            <a:pPr/>
            <a:r>
              <a:t>Layer N</a:t>
            </a:r>
          </a:p>
        </p:txBody>
      </p:sp>
      <p:cxnSp>
        <p:nvCxnSpPr>
          <p:cNvPr id="1261" name="Connection Line"/>
          <p:cNvCxnSpPr>
            <a:stCxn id="1249" idx="0"/>
            <a:endCxn id="1256" idx="0"/>
          </p:cNvCxnSpPr>
          <p:nvPr/>
        </p:nvCxnSpPr>
        <p:spPr>
          <a:xfrm flipH="1" rot="16200000">
            <a:off x="4959350" y="69850"/>
            <a:ext cx="609600" cy="2527300"/>
          </a:xfrm>
          <a:prstGeom prst="bentConnector2">
            <a:avLst/>
          </a:prstGeom>
          <a:ln w="50800">
            <a:solidFill>
              <a:schemeClr val="accent2"/>
            </a:solidFill>
            <a:miter/>
            <a:headEnd type="triangle"/>
          </a:ln>
        </p:spPr>
      </p:cxnSp>
      <p:sp>
        <p:nvSpPr>
          <p:cNvPr id="1262" name="Rectangle"/>
          <p:cNvSpPr/>
          <p:nvPr/>
        </p:nvSpPr>
        <p:spPr>
          <a:xfrm>
            <a:off x="3178255" y="2152864"/>
            <a:ext cx="6823374" cy="1273038"/>
          </a:xfrm>
          <a:prstGeom prst="rect">
            <a:avLst/>
          </a:prstGeom>
          <a:solidFill>
            <a:srgbClr val="FFFFFF"/>
          </a:solidFill>
          <a:ln w="25400">
            <a:solidFill>
              <a:schemeClr val="accent2"/>
            </a:solidFill>
            <a:miter/>
          </a:ln>
        </p:spPr>
        <p:txBody>
          <a:bodyPr lIns="45719" rIns="45719" anchor="ctr"/>
          <a:lstStyle/>
          <a:p>
            <a:pPr/>
          </a:p>
        </p:txBody>
      </p:sp>
      <p:sp>
        <p:nvSpPr>
          <p:cNvPr id="1263" name="Input"/>
          <p:cNvSpPr/>
          <p:nvPr/>
        </p:nvSpPr>
        <p:spPr>
          <a:xfrm>
            <a:off x="3628868" y="2639199"/>
            <a:ext cx="732456" cy="404237"/>
          </a:xfrm>
          <a:prstGeom prst="rect">
            <a:avLst/>
          </a:prstGeom>
          <a:solidFill>
            <a:srgbClr val="FFFFFF"/>
          </a:solidFill>
          <a:ln w="25400">
            <a:solidFill>
              <a:schemeClr val="accent1"/>
            </a:solidFill>
            <a:miter/>
          </a:ln>
          <a:extLst>
            <a:ext uri="{C572A759-6A51-4108-AA02-DFA0A04FC94B}">
              <ma14:wrappingTextBoxFlag xmlns:ma14="http://schemas.microsoft.com/office/mac/drawingml/2011/main" val="1"/>
            </a:ext>
          </a:extLst>
        </p:spPr>
        <p:txBody>
          <a:bodyPr lIns="45719" rIns="45719" anchor="ctr"/>
          <a:lstStyle>
            <a:lvl1pPr algn="ctr">
              <a:defRPr sz="1600"/>
            </a:lvl1pPr>
          </a:lstStyle>
          <a:p>
            <a:pPr/>
            <a:r>
              <a:t>Input</a:t>
            </a:r>
          </a:p>
        </p:txBody>
      </p:sp>
      <p:sp>
        <p:nvSpPr>
          <p:cNvPr id="1264" name="Layer 1"/>
          <p:cNvSpPr/>
          <p:nvPr/>
        </p:nvSpPr>
        <p:spPr>
          <a:xfrm>
            <a:off x="4805015" y="2639199"/>
            <a:ext cx="878110" cy="404237"/>
          </a:xfrm>
          <a:prstGeom prst="rect">
            <a:avLst/>
          </a:prstGeom>
          <a:solidFill>
            <a:srgbClr val="FFFFFF"/>
          </a:solidFill>
          <a:ln w="25400">
            <a:solidFill>
              <a:schemeClr val="accent1"/>
            </a:solidFill>
            <a:miter/>
          </a:ln>
          <a:extLst>
            <a:ext uri="{C572A759-6A51-4108-AA02-DFA0A04FC94B}">
              <ma14:wrappingTextBoxFlag xmlns:ma14="http://schemas.microsoft.com/office/mac/drawingml/2011/main" val="1"/>
            </a:ext>
          </a:extLst>
        </p:spPr>
        <p:txBody>
          <a:bodyPr lIns="45719" rIns="45719" anchor="ctr"/>
          <a:lstStyle>
            <a:lvl1pPr algn="ctr">
              <a:defRPr sz="1600"/>
            </a:lvl1pPr>
          </a:lstStyle>
          <a:p>
            <a:pPr/>
            <a:r>
              <a:t>Layer 1</a:t>
            </a:r>
          </a:p>
        </p:txBody>
      </p:sp>
      <p:sp>
        <p:nvSpPr>
          <p:cNvPr id="1265" name="Line"/>
          <p:cNvSpPr/>
          <p:nvPr/>
        </p:nvSpPr>
        <p:spPr>
          <a:xfrm>
            <a:off x="6975267" y="2841317"/>
            <a:ext cx="400936" cy="1"/>
          </a:xfrm>
          <a:prstGeom prst="line">
            <a:avLst/>
          </a:prstGeom>
          <a:ln w="50800">
            <a:solidFill>
              <a:schemeClr val="accent1"/>
            </a:solidFill>
            <a:miter/>
            <a:tailEnd type="triangle"/>
          </a:ln>
        </p:spPr>
        <p:txBody>
          <a:bodyPr lIns="45719" rIns="45719"/>
          <a:lstStyle/>
          <a:p>
            <a:pPr/>
          </a:p>
        </p:txBody>
      </p:sp>
      <p:sp>
        <p:nvSpPr>
          <p:cNvPr id="1266" name="Line"/>
          <p:cNvSpPr/>
          <p:nvPr/>
        </p:nvSpPr>
        <p:spPr>
          <a:xfrm>
            <a:off x="5679872" y="2841317"/>
            <a:ext cx="400936" cy="1"/>
          </a:xfrm>
          <a:prstGeom prst="line">
            <a:avLst/>
          </a:prstGeom>
          <a:ln w="50800">
            <a:solidFill>
              <a:schemeClr val="accent1"/>
            </a:solidFill>
            <a:miter/>
            <a:tailEnd type="triangle"/>
          </a:ln>
        </p:spPr>
        <p:txBody>
          <a:bodyPr lIns="45719" rIns="45719"/>
          <a:lstStyle/>
          <a:p>
            <a:pPr/>
          </a:p>
        </p:txBody>
      </p:sp>
      <p:sp>
        <p:nvSpPr>
          <p:cNvPr id="1267" name="Line"/>
          <p:cNvSpPr/>
          <p:nvPr/>
        </p:nvSpPr>
        <p:spPr>
          <a:xfrm>
            <a:off x="4395695" y="2841317"/>
            <a:ext cx="374950" cy="1"/>
          </a:xfrm>
          <a:prstGeom prst="line">
            <a:avLst/>
          </a:prstGeom>
          <a:ln w="50800">
            <a:solidFill>
              <a:schemeClr val="accent1"/>
            </a:solidFill>
            <a:miter/>
            <a:tailEnd type="triangle"/>
          </a:ln>
        </p:spPr>
        <p:txBody>
          <a:bodyPr lIns="45719" rIns="45719"/>
          <a:lstStyle/>
          <a:p>
            <a:pPr/>
          </a:p>
        </p:txBody>
      </p:sp>
      <p:sp>
        <p:nvSpPr>
          <p:cNvPr id="1268" name="Line"/>
          <p:cNvSpPr/>
          <p:nvPr/>
        </p:nvSpPr>
        <p:spPr>
          <a:xfrm>
            <a:off x="8289166" y="2841317"/>
            <a:ext cx="447135" cy="1"/>
          </a:xfrm>
          <a:prstGeom prst="line">
            <a:avLst/>
          </a:prstGeom>
          <a:ln w="50800">
            <a:solidFill>
              <a:schemeClr val="accent1"/>
            </a:solidFill>
            <a:miter/>
            <a:tailEnd type="triangle"/>
          </a:ln>
        </p:spPr>
        <p:txBody>
          <a:bodyPr lIns="45719" rIns="45719"/>
          <a:lstStyle/>
          <a:p>
            <a:pPr/>
          </a:p>
        </p:txBody>
      </p:sp>
      <p:sp>
        <p:nvSpPr>
          <p:cNvPr id="1269" name="Output"/>
          <p:cNvSpPr/>
          <p:nvPr/>
        </p:nvSpPr>
        <p:spPr>
          <a:xfrm>
            <a:off x="8749000" y="2639199"/>
            <a:ext cx="904957" cy="404237"/>
          </a:xfrm>
          <a:prstGeom prst="rect">
            <a:avLst/>
          </a:prstGeom>
          <a:solidFill>
            <a:srgbClr val="FFFFFF"/>
          </a:solidFill>
          <a:ln w="25400">
            <a:solidFill>
              <a:schemeClr val="accent1"/>
            </a:solidFill>
            <a:miter/>
          </a:ln>
          <a:extLst>
            <a:ext uri="{C572A759-6A51-4108-AA02-DFA0A04FC94B}">
              <ma14:wrappingTextBoxFlag xmlns:ma14="http://schemas.microsoft.com/office/mac/drawingml/2011/main" val="1"/>
            </a:ext>
          </a:extLst>
        </p:spPr>
        <p:txBody>
          <a:bodyPr lIns="45719" rIns="45719" anchor="ctr"/>
          <a:lstStyle>
            <a:lvl1pPr algn="ctr">
              <a:defRPr sz="1600"/>
            </a:lvl1pPr>
          </a:lstStyle>
          <a:p>
            <a:pPr/>
            <a:r>
              <a:t>Output</a:t>
            </a:r>
          </a:p>
        </p:txBody>
      </p:sp>
      <p:sp>
        <p:nvSpPr>
          <p:cNvPr id="1270" name="Inference"/>
          <p:cNvSpPr txBox="1"/>
          <p:nvPr/>
        </p:nvSpPr>
        <p:spPr>
          <a:xfrm>
            <a:off x="3205911" y="2193611"/>
            <a:ext cx="1354744" cy="370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lvl1pPr>
          </a:lstStyle>
          <a:p>
            <a:pPr/>
            <a:r>
              <a:t>Inference</a:t>
            </a:r>
          </a:p>
        </p:txBody>
      </p:sp>
      <p:sp>
        <p:nvSpPr>
          <p:cNvPr id="1271" name="…"/>
          <p:cNvSpPr/>
          <p:nvPr/>
        </p:nvSpPr>
        <p:spPr>
          <a:xfrm>
            <a:off x="6094003" y="2639199"/>
            <a:ext cx="878111" cy="404237"/>
          </a:xfrm>
          <a:prstGeom prst="rect">
            <a:avLst/>
          </a:prstGeom>
          <a:solidFill>
            <a:srgbClr val="FFFFFF"/>
          </a:solidFill>
          <a:ln w="25400">
            <a:solidFill>
              <a:schemeClr val="accent1"/>
            </a:solidFill>
            <a:miter/>
          </a:ln>
          <a:extLst>
            <a:ext uri="{C572A759-6A51-4108-AA02-DFA0A04FC94B}">
              <ma14:wrappingTextBoxFlag xmlns:ma14="http://schemas.microsoft.com/office/mac/drawingml/2011/main" val="1"/>
            </a:ext>
          </a:extLst>
        </p:spPr>
        <p:txBody>
          <a:bodyPr lIns="45719" rIns="45719"/>
          <a:lstStyle>
            <a:lvl1pPr algn="ctr">
              <a:defRPr sz="1600"/>
            </a:lvl1pPr>
          </a:lstStyle>
          <a:p>
            <a:pPr/>
            <a:r>
              <a:t>…</a:t>
            </a:r>
          </a:p>
        </p:txBody>
      </p:sp>
      <p:sp>
        <p:nvSpPr>
          <p:cNvPr id="1272" name="Layer N"/>
          <p:cNvSpPr/>
          <p:nvPr/>
        </p:nvSpPr>
        <p:spPr>
          <a:xfrm>
            <a:off x="7399355" y="2639199"/>
            <a:ext cx="904956" cy="404237"/>
          </a:xfrm>
          <a:prstGeom prst="rect">
            <a:avLst/>
          </a:prstGeom>
          <a:solidFill>
            <a:srgbClr val="FFFFFF"/>
          </a:solidFill>
          <a:ln w="25400">
            <a:solidFill>
              <a:schemeClr val="accent1"/>
            </a:solidFill>
            <a:miter/>
          </a:ln>
          <a:extLst>
            <a:ext uri="{C572A759-6A51-4108-AA02-DFA0A04FC94B}">
              <ma14:wrappingTextBoxFlag xmlns:ma14="http://schemas.microsoft.com/office/mac/drawingml/2011/main" val="1"/>
            </a:ext>
          </a:extLst>
        </p:spPr>
        <p:txBody>
          <a:bodyPr lIns="45719" rIns="45719" anchor="ctr"/>
          <a:lstStyle>
            <a:lvl1pPr algn="ctr">
              <a:defRPr sz="1600"/>
            </a:lvl1pPr>
          </a:lstStyle>
          <a:p>
            <a:pPr/>
            <a:r>
              <a:t>Layer N</a:t>
            </a:r>
          </a:p>
        </p:txBody>
      </p:sp>
      <p:sp>
        <p:nvSpPr>
          <p:cNvPr id="1273" name="Training: forward + backward pass, store activations, update weights. Repeat millions of times.…"/>
          <p:cNvSpPr txBox="1"/>
          <p:nvPr>
            <p:ph type="body" sz="half" idx="4294967295"/>
          </p:nvPr>
        </p:nvSpPr>
        <p:spPr>
          <a:xfrm>
            <a:off x="3165555" y="3631429"/>
            <a:ext cx="8586936" cy="2963096"/>
          </a:xfrm>
          <a:prstGeom prst="rect">
            <a:avLst/>
          </a:prstGeom>
        </p:spPr>
        <p:txBody>
          <a:bodyPr/>
          <a:lstStyle/>
          <a:p>
            <a:pPr marL="508000" indent="-254000">
              <a:buClrTx/>
              <a:buChar char="•"/>
            </a:pPr>
            <a:r>
              <a:t>Training: forward + backward pass, store activations, update weights. Repeat millions of times.</a:t>
            </a:r>
          </a:p>
          <a:p>
            <a:pPr marL="508000" indent="-254000">
              <a:buClrTx/>
              <a:buChar char="•"/>
            </a:pPr>
            <a:r>
              <a:t>Inference: forward pass only. Less VRAM, less compute.</a:t>
            </a:r>
          </a:p>
          <a:p>
            <a:pPr marL="508000" indent="-254000">
              <a:buClrTx/>
              <a:buChar char="•"/>
            </a:pPr>
            <a:r>
              <a:t>H100s (80 GB) for training, A30s (24 GB) for inference.</a:t>
            </a:r>
          </a:p>
          <a:p>
            <a:pPr marL="508000" indent="-254000">
              <a:buClrTx/>
              <a:buChar char="•"/>
            </a:pPr>
            <a:r>
              <a:t>Our inference infrastructure runs on Kubernetes with ArgoCD.</a:t>
            </a:r>
          </a:p>
          <a:p>
            <a:pPr marL="508000" indent="-254000">
              <a:buClrTx/>
              <a:buChar char="•"/>
            </a:pPr>
            <a:r>
              <a:t>Future workshop planned for model deployment.</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ID="10" grpId="1" fill="hold">
                                  <p:stCondLst>
                                    <p:cond delay="0"/>
                                  </p:stCondLst>
                                  <p:iterate type="el" backwards="0">
                                    <p:tmAbs val="0"/>
                                  </p:iterate>
                                  <p:childTnLst>
                                    <p:set>
                                      <p:cBhvr>
                                        <p:cTn id="6" fill="hold"/>
                                        <p:tgtEl>
                                          <p:spTgt spid="1273"/>
                                        </p:tgtEl>
                                        <p:attrNameLst>
                                          <p:attrName>style.visibility</p:attrName>
                                        </p:attrNameLst>
                                      </p:cBhvr>
                                      <p:to>
                                        <p:strVal val="visible"/>
                                      </p:to>
                                    </p:set>
                                    <p:animEffect filter="fade" transition="in">
                                      <p:cBhvr>
                                        <p:cTn id="7" dur="1000"/>
                                        <p:tgtEl>
                                          <p:spTgt spid="12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273" grpId="1"/>
    </p:bldLst>
  </p:timing>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75" name="AutoShape 2"/>
          <p:cNvSpPr/>
          <p:nvPr/>
        </p:nvSpPr>
        <p:spPr>
          <a:xfrm rot="10800000">
            <a:off x="-1" y="-1"/>
            <a:ext cx="2459135" cy="6858001"/>
          </a:xfrm>
          <a:prstGeom prst="rect">
            <a:avLst/>
          </a:prstGeom>
          <a:solidFill>
            <a:schemeClr val="accent3"/>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1276" name="Freeform 3"/>
          <p:cNvSpPr/>
          <p:nvPr/>
        </p:nvSpPr>
        <p:spPr>
          <a:xfrm>
            <a:off x="-69851" y="4416210"/>
            <a:ext cx="2528985" cy="2528985"/>
          </a:xfrm>
          <a:prstGeom prst="rect">
            <a:avLst/>
          </a:prstGeom>
          <a:blipFill>
            <a:blip r:embed="rId2"/>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pic>
        <p:nvPicPr>
          <p:cNvPr id="1277" name="Picture 10" descr="Picture 10"/>
          <p:cNvPicPr>
            <a:picLocks noChangeAspect="1"/>
          </p:cNvPicPr>
          <p:nvPr/>
        </p:nvPicPr>
        <p:blipFill>
          <a:blip r:embed="rId3">
            <a:extLst/>
          </a:blip>
          <a:stretch>
            <a:fillRect/>
          </a:stretch>
        </p:blipFill>
        <p:spPr>
          <a:xfrm>
            <a:off x="-112529" y="5522981"/>
            <a:ext cx="1943085" cy="1298439"/>
          </a:xfrm>
          <a:prstGeom prst="rect">
            <a:avLst/>
          </a:prstGeom>
          <a:ln w="12700">
            <a:miter lim="400000"/>
          </a:ln>
        </p:spPr>
      </p:pic>
      <p:sp>
        <p:nvSpPr>
          <p:cNvPr id="1278" name="Freeform 4"/>
          <p:cNvSpPr/>
          <p:nvPr/>
        </p:nvSpPr>
        <p:spPr>
          <a:xfrm>
            <a:off x="10720750" y="477331"/>
            <a:ext cx="1178860" cy="416938"/>
          </a:xfrm>
          <a:prstGeom prst="rect">
            <a:avLst/>
          </a:prstGeom>
          <a:blipFill>
            <a:blip r:embed="rId4"/>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1279" name="TextBox 5"/>
          <p:cNvSpPr txBox="1"/>
          <p:nvPr/>
        </p:nvSpPr>
        <p:spPr>
          <a:xfrm>
            <a:off x="-1" y="2918545"/>
            <a:ext cx="2459135" cy="3501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609600">
              <a:lnSpc>
                <a:spcPts val="2600"/>
              </a:lnSpc>
              <a:defRPr sz="2400">
                <a:solidFill>
                  <a:srgbClr val="FFFFFF"/>
                </a:solidFill>
                <a:latin typeface="Futura Bold"/>
                <a:ea typeface="Futura Bold"/>
                <a:cs typeface="Futura Bold"/>
                <a:sym typeface="Futura Bold"/>
              </a:defRPr>
            </a:lvl1pPr>
          </a:lstStyle>
          <a:p>
            <a:pPr/>
            <a:r>
              <a:t>Multi-GPU</a:t>
            </a:r>
          </a:p>
        </p:txBody>
      </p:sp>
      <p:grpSp>
        <p:nvGrpSpPr>
          <p:cNvPr id="1294" name="Group"/>
          <p:cNvGrpSpPr/>
          <p:nvPr/>
        </p:nvGrpSpPr>
        <p:grpSpPr>
          <a:xfrm>
            <a:off x="3580313" y="357490"/>
            <a:ext cx="6019258" cy="2919545"/>
            <a:chOff x="0" y="0"/>
            <a:chExt cx="6019256" cy="2919543"/>
          </a:xfrm>
        </p:grpSpPr>
        <p:sp>
          <p:nvSpPr>
            <p:cNvPr id="1280" name="Rectangle"/>
            <p:cNvSpPr/>
            <p:nvPr/>
          </p:nvSpPr>
          <p:spPr>
            <a:xfrm>
              <a:off x="0" y="0"/>
              <a:ext cx="6019257" cy="2919544"/>
            </a:xfrm>
            <a:prstGeom prst="rect">
              <a:avLst/>
            </a:prstGeom>
            <a:solidFill>
              <a:srgbClr val="FFFFFF"/>
            </a:solidFill>
            <a:ln w="25400" cap="flat">
              <a:solidFill>
                <a:srgbClr val="535353"/>
              </a:solidFill>
              <a:prstDash val="solid"/>
              <a:miter lim="800000"/>
            </a:ln>
            <a:effectLst/>
          </p:spPr>
          <p:txBody>
            <a:bodyPr wrap="square" lIns="45719" tIns="45719" rIns="45719" bIns="45719" numCol="1" anchor="ctr">
              <a:noAutofit/>
            </a:bodyPr>
            <a:lstStyle/>
            <a:p>
              <a:pPr/>
            </a:p>
          </p:txBody>
        </p:sp>
        <p:sp>
          <p:nvSpPr>
            <p:cNvPr id="1281" name="Data Parallelism"/>
            <p:cNvSpPr txBox="1"/>
            <p:nvPr/>
          </p:nvSpPr>
          <p:spPr>
            <a:xfrm>
              <a:off x="15822" y="59345"/>
              <a:ext cx="2209984"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b="1"/>
              </a:lvl1pPr>
            </a:lstStyle>
            <a:p>
              <a:pPr/>
              <a:r>
                <a:t>Data Parallelism</a:t>
              </a:r>
            </a:p>
          </p:txBody>
        </p:sp>
        <p:sp>
          <p:nvSpPr>
            <p:cNvPr id="1282" name="Chart Document"/>
            <p:cNvSpPr/>
            <p:nvPr/>
          </p:nvSpPr>
          <p:spPr>
            <a:xfrm>
              <a:off x="334161" y="1178797"/>
              <a:ext cx="760680" cy="985069"/>
            </a:xfrm>
            <a:custGeom>
              <a:avLst/>
              <a:gdLst/>
              <a:ahLst/>
              <a:cxnLst>
                <a:cxn ang="0">
                  <a:pos x="wd2" y="hd2"/>
                </a:cxn>
                <a:cxn ang="5400000">
                  <a:pos x="wd2" y="hd2"/>
                </a:cxn>
                <a:cxn ang="10800000">
                  <a:pos x="wd2" y="hd2"/>
                </a:cxn>
                <a:cxn ang="16200000">
                  <a:pos x="wd2" y="hd2"/>
                </a:cxn>
              </a:cxnLst>
              <a:rect l="0" t="0" r="r" b="b"/>
              <a:pathLst>
                <a:path w="21599" h="21600" fill="norm" stroke="1" extrusionOk="0">
                  <a:moveTo>
                    <a:pt x="213" y="0"/>
                  </a:moveTo>
                  <a:cubicBezTo>
                    <a:pt x="96" y="0"/>
                    <a:pt x="0" y="72"/>
                    <a:pt x="0" y="162"/>
                  </a:cubicBezTo>
                  <a:lnTo>
                    <a:pt x="0" y="21438"/>
                  </a:lnTo>
                  <a:cubicBezTo>
                    <a:pt x="0" y="21528"/>
                    <a:pt x="96" y="21600"/>
                    <a:pt x="213" y="21600"/>
                  </a:cubicBezTo>
                  <a:lnTo>
                    <a:pt x="21387" y="21600"/>
                  </a:lnTo>
                  <a:cubicBezTo>
                    <a:pt x="21503" y="21600"/>
                    <a:pt x="21599" y="21528"/>
                    <a:pt x="21599" y="21438"/>
                  </a:cubicBezTo>
                  <a:lnTo>
                    <a:pt x="21599" y="5895"/>
                  </a:lnTo>
                  <a:cubicBezTo>
                    <a:pt x="21600" y="5863"/>
                    <a:pt x="21565" y="5837"/>
                    <a:pt x="21524" y="5837"/>
                  </a:cubicBezTo>
                  <a:lnTo>
                    <a:pt x="14256" y="5837"/>
                  </a:lnTo>
                  <a:cubicBezTo>
                    <a:pt x="14139" y="5837"/>
                    <a:pt x="14043" y="5765"/>
                    <a:pt x="14043" y="5674"/>
                  </a:cubicBezTo>
                  <a:lnTo>
                    <a:pt x="14043" y="58"/>
                  </a:lnTo>
                  <a:cubicBezTo>
                    <a:pt x="14043" y="26"/>
                    <a:pt x="14009" y="0"/>
                    <a:pt x="13968" y="0"/>
                  </a:cubicBezTo>
                  <a:lnTo>
                    <a:pt x="213" y="0"/>
                  </a:lnTo>
                  <a:close/>
                  <a:moveTo>
                    <a:pt x="15017" y="86"/>
                  </a:moveTo>
                  <a:cubicBezTo>
                    <a:pt x="14991" y="94"/>
                    <a:pt x="14972" y="114"/>
                    <a:pt x="14972" y="140"/>
                  </a:cubicBezTo>
                  <a:lnTo>
                    <a:pt x="14972" y="4958"/>
                  </a:lnTo>
                  <a:cubicBezTo>
                    <a:pt x="14972" y="5048"/>
                    <a:pt x="15067" y="5120"/>
                    <a:pt x="15184" y="5120"/>
                  </a:cubicBezTo>
                  <a:lnTo>
                    <a:pt x="21418" y="5120"/>
                  </a:lnTo>
                  <a:cubicBezTo>
                    <a:pt x="21485" y="5120"/>
                    <a:pt x="21518" y="5058"/>
                    <a:pt x="21471" y="5021"/>
                  </a:cubicBezTo>
                  <a:lnTo>
                    <a:pt x="15100" y="99"/>
                  </a:lnTo>
                  <a:cubicBezTo>
                    <a:pt x="15076" y="81"/>
                    <a:pt x="15044" y="78"/>
                    <a:pt x="15017" y="86"/>
                  </a:cubicBezTo>
                  <a:close/>
                  <a:moveTo>
                    <a:pt x="9656" y="7345"/>
                  </a:moveTo>
                  <a:lnTo>
                    <a:pt x="11938" y="7345"/>
                  </a:lnTo>
                  <a:cubicBezTo>
                    <a:pt x="11983" y="7345"/>
                    <a:pt x="12018" y="7374"/>
                    <a:pt x="12018" y="7408"/>
                  </a:cubicBezTo>
                  <a:lnTo>
                    <a:pt x="12018" y="15086"/>
                  </a:lnTo>
                  <a:cubicBezTo>
                    <a:pt x="12018" y="15120"/>
                    <a:pt x="11983" y="15149"/>
                    <a:pt x="11938" y="15149"/>
                  </a:cubicBezTo>
                  <a:lnTo>
                    <a:pt x="9656" y="15149"/>
                  </a:lnTo>
                  <a:cubicBezTo>
                    <a:pt x="9611" y="15149"/>
                    <a:pt x="9574" y="15120"/>
                    <a:pt x="9574" y="15086"/>
                  </a:cubicBezTo>
                  <a:lnTo>
                    <a:pt x="9574" y="7408"/>
                  </a:lnTo>
                  <a:cubicBezTo>
                    <a:pt x="9574" y="7374"/>
                    <a:pt x="9611" y="7345"/>
                    <a:pt x="9656" y="7345"/>
                  </a:cubicBezTo>
                  <a:close/>
                  <a:moveTo>
                    <a:pt x="13164" y="9590"/>
                  </a:moveTo>
                  <a:lnTo>
                    <a:pt x="15445" y="9590"/>
                  </a:lnTo>
                  <a:cubicBezTo>
                    <a:pt x="15490" y="9590"/>
                    <a:pt x="15527" y="9617"/>
                    <a:pt x="15527" y="9652"/>
                  </a:cubicBezTo>
                  <a:lnTo>
                    <a:pt x="15527" y="15088"/>
                  </a:lnTo>
                  <a:cubicBezTo>
                    <a:pt x="15527" y="15122"/>
                    <a:pt x="15490" y="15149"/>
                    <a:pt x="15445" y="15149"/>
                  </a:cubicBezTo>
                  <a:lnTo>
                    <a:pt x="13164" y="15149"/>
                  </a:lnTo>
                  <a:cubicBezTo>
                    <a:pt x="13119" y="15149"/>
                    <a:pt x="13084" y="15122"/>
                    <a:pt x="13084" y="15088"/>
                  </a:cubicBezTo>
                  <a:lnTo>
                    <a:pt x="13084" y="9652"/>
                  </a:lnTo>
                  <a:cubicBezTo>
                    <a:pt x="13084" y="9617"/>
                    <a:pt x="13119" y="9590"/>
                    <a:pt x="13164" y="9590"/>
                  </a:cubicBezTo>
                  <a:close/>
                  <a:moveTo>
                    <a:pt x="6147" y="11440"/>
                  </a:moveTo>
                  <a:lnTo>
                    <a:pt x="8428" y="11440"/>
                  </a:lnTo>
                  <a:cubicBezTo>
                    <a:pt x="8473" y="11440"/>
                    <a:pt x="8511" y="11467"/>
                    <a:pt x="8511" y="11502"/>
                  </a:cubicBezTo>
                  <a:lnTo>
                    <a:pt x="8511" y="15086"/>
                  </a:lnTo>
                  <a:cubicBezTo>
                    <a:pt x="8511" y="15120"/>
                    <a:pt x="8473" y="15149"/>
                    <a:pt x="8428" y="15149"/>
                  </a:cubicBezTo>
                  <a:lnTo>
                    <a:pt x="6147" y="15149"/>
                  </a:lnTo>
                  <a:cubicBezTo>
                    <a:pt x="6102" y="15149"/>
                    <a:pt x="6067" y="15120"/>
                    <a:pt x="6067" y="15086"/>
                  </a:cubicBezTo>
                  <a:lnTo>
                    <a:pt x="6067" y="11502"/>
                  </a:lnTo>
                  <a:cubicBezTo>
                    <a:pt x="6067" y="11467"/>
                    <a:pt x="6102" y="11440"/>
                    <a:pt x="6147" y="11440"/>
                  </a:cubicBezTo>
                  <a:close/>
                  <a:moveTo>
                    <a:pt x="3933" y="15866"/>
                  </a:moveTo>
                  <a:lnTo>
                    <a:pt x="17662" y="15866"/>
                  </a:lnTo>
                  <a:cubicBezTo>
                    <a:pt x="17707" y="15866"/>
                    <a:pt x="17742" y="15895"/>
                    <a:pt x="17742" y="15929"/>
                  </a:cubicBezTo>
                  <a:lnTo>
                    <a:pt x="17746" y="16878"/>
                  </a:lnTo>
                  <a:cubicBezTo>
                    <a:pt x="17746" y="16913"/>
                    <a:pt x="17709" y="16941"/>
                    <a:pt x="17664" y="16941"/>
                  </a:cubicBezTo>
                  <a:lnTo>
                    <a:pt x="3935" y="16941"/>
                  </a:lnTo>
                  <a:cubicBezTo>
                    <a:pt x="3890" y="16941"/>
                    <a:pt x="3853" y="16912"/>
                    <a:pt x="3853" y="16878"/>
                  </a:cubicBezTo>
                  <a:lnTo>
                    <a:pt x="3850" y="15929"/>
                  </a:lnTo>
                  <a:cubicBezTo>
                    <a:pt x="3850" y="15895"/>
                    <a:pt x="3888" y="15866"/>
                    <a:pt x="3933" y="15866"/>
                  </a:cubicBezTo>
                  <a:close/>
                </a:path>
              </a:pathLst>
            </a:custGeom>
            <a:solidFill>
              <a:srgbClr val="FFFFFF"/>
            </a:solidFill>
            <a:ln w="12700" cap="flat">
              <a:solidFill>
                <a:srgbClr val="535353"/>
              </a:solidFill>
              <a:prstDash val="solid"/>
              <a:miter lim="800000"/>
            </a:ln>
            <a:effectLst/>
          </p:spPr>
          <p:txBody>
            <a:bodyPr wrap="square" lIns="45719" tIns="45719" rIns="45719" bIns="45719" numCol="1" anchor="ctr">
              <a:noAutofit/>
            </a:bodyPr>
            <a:lstStyle/>
            <a:p>
              <a:pPr/>
            </a:p>
          </p:txBody>
        </p:sp>
        <p:sp>
          <p:nvSpPr>
            <p:cNvPr id="1283" name="Data"/>
            <p:cNvSpPr txBox="1"/>
            <p:nvPr/>
          </p:nvSpPr>
          <p:spPr>
            <a:xfrm>
              <a:off x="392028" y="2318779"/>
              <a:ext cx="644946"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p>
              <a:pPr/>
              <a:r>
                <a:t>Data</a:t>
              </a:r>
            </a:p>
          </p:txBody>
        </p:sp>
        <p:sp>
          <p:nvSpPr>
            <p:cNvPr id="1284" name="GPU 1…"/>
            <p:cNvSpPr txBox="1"/>
            <p:nvPr/>
          </p:nvSpPr>
          <p:spPr>
            <a:xfrm>
              <a:off x="2214734" y="537678"/>
              <a:ext cx="906027" cy="840741"/>
            </a:xfrm>
            <a:prstGeom prst="rect">
              <a:avLst/>
            </a:prstGeom>
            <a:noFill/>
            <a:ln w="25400" cap="flat">
              <a:solidFill>
                <a:schemeClr val="accent1"/>
              </a:solidFill>
              <a:prstDash val="solid"/>
              <a:miter lim="8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p>
              <a:pPr>
                <a:defRPr b="1" sz="1600"/>
              </a:pPr>
              <a:r>
                <a:t>GPU 1</a:t>
              </a:r>
            </a:p>
            <a:p>
              <a:pPr>
                <a:defRPr sz="1600"/>
              </a:pPr>
              <a:r>
                <a:t>Model</a:t>
              </a:r>
            </a:p>
            <a:p>
              <a:pPr>
                <a:defRPr sz="1600"/>
              </a:pPr>
              <a:r>
                <a:t>Batch 1</a:t>
              </a:r>
            </a:p>
          </p:txBody>
        </p:sp>
        <p:sp>
          <p:nvSpPr>
            <p:cNvPr id="1285" name="…"/>
            <p:cNvSpPr txBox="1"/>
            <p:nvPr/>
          </p:nvSpPr>
          <p:spPr>
            <a:xfrm>
              <a:off x="2214734" y="1498611"/>
              <a:ext cx="893327" cy="358141"/>
            </a:xfrm>
            <a:prstGeom prst="rect">
              <a:avLst/>
            </a:prstGeom>
            <a:noFill/>
            <a:ln w="25400" cap="flat">
              <a:solidFill>
                <a:schemeClr val="accent1"/>
              </a:solidFill>
              <a:prstDash val="solid"/>
              <a:miter lim="8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1600"/>
              </a:lvl1pPr>
            </a:lstStyle>
            <a:p>
              <a:pPr/>
              <a:r>
                <a:t>…</a:t>
              </a:r>
            </a:p>
          </p:txBody>
        </p:sp>
        <p:sp>
          <p:nvSpPr>
            <p:cNvPr id="1286" name="GPU 8…"/>
            <p:cNvSpPr txBox="1"/>
            <p:nvPr/>
          </p:nvSpPr>
          <p:spPr>
            <a:xfrm>
              <a:off x="2214734" y="1976944"/>
              <a:ext cx="906027" cy="840741"/>
            </a:xfrm>
            <a:prstGeom prst="rect">
              <a:avLst/>
            </a:prstGeom>
            <a:noFill/>
            <a:ln w="25400" cap="flat">
              <a:solidFill>
                <a:schemeClr val="accent1"/>
              </a:solidFill>
              <a:prstDash val="solid"/>
              <a:miter lim="8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p>
              <a:pPr>
                <a:defRPr b="1" sz="1600"/>
              </a:pPr>
              <a:r>
                <a:t>GPU 8</a:t>
              </a:r>
            </a:p>
            <a:p>
              <a:pPr>
                <a:defRPr sz="1600"/>
              </a:pPr>
              <a:r>
                <a:t>Model</a:t>
              </a:r>
            </a:p>
            <a:p>
              <a:pPr>
                <a:defRPr sz="1600"/>
              </a:pPr>
              <a:r>
                <a:t>Batch 8</a:t>
              </a:r>
            </a:p>
          </p:txBody>
        </p:sp>
        <p:sp>
          <p:nvSpPr>
            <p:cNvPr id="1287" name="Average across  GPUs &amp; update"/>
            <p:cNvSpPr txBox="1"/>
            <p:nvPr/>
          </p:nvSpPr>
          <p:spPr>
            <a:xfrm>
              <a:off x="4081050" y="1377961"/>
              <a:ext cx="1748394" cy="599441"/>
            </a:xfrm>
            <a:prstGeom prst="rect">
              <a:avLst/>
            </a:prstGeom>
            <a:noFill/>
            <a:ln w="25400" cap="flat">
              <a:solidFill>
                <a:schemeClr val="accent2"/>
              </a:solidFill>
              <a:prstDash val="solid"/>
              <a:miter lim="8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p>
              <a:pPr algn="ctr">
                <a:defRPr sz="1600"/>
              </a:pPr>
              <a:r>
                <a:t>Average across </a:t>
              </a:r>
              <a:br/>
              <a:r>
                <a:t>GPUs &amp; update</a:t>
              </a:r>
            </a:p>
          </p:txBody>
        </p:sp>
        <p:cxnSp>
          <p:nvCxnSpPr>
            <p:cNvPr id="1288" name="Connection Line"/>
            <p:cNvCxnSpPr>
              <a:stCxn id="1282" idx="0"/>
              <a:endCxn id="1284" idx="0"/>
            </p:cNvCxnSpPr>
            <p:nvPr/>
          </p:nvCxnSpPr>
          <p:spPr>
            <a:xfrm flipV="1">
              <a:off x="711200" y="952500"/>
              <a:ext cx="1955800" cy="723900"/>
            </a:xfrm>
            <a:prstGeom prst="bentConnector3">
              <a:avLst>
                <a:gd name="adj1" fmla="val 38961"/>
              </a:avLst>
            </a:prstGeom>
            <a:ln w="25400" cap="flat">
              <a:solidFill>
                <a:srgbClr val="535353"/>
              </a:solidFill>
              <a:prstDash val="solid"/>
              <a:miter lim="800000"/>
              <a:tailEnd type="triangle" w="med" len="med"/>
            </a:ln>
            <a:effectLst/>
          </p:spPr>
        </p:cxnSp>
        <p:cxnSp>
          <p:nvCxnSpPr>
            <p:cNvPr id="1289" name="Connection Line"/>
            <p:cNvCxnSpPr>
              <a:stCxn id="1282" idx="0"/>
              <a:endCxn id="1285" idx="0"/>
            </p:cNvCxnSpPr>
            <p:nvPr/>
          </p:nvCxnSpPr>
          <p:spPr>
            <a:xfrm>
              <a:off x="711200" y="1676400"/>
              <a:ext cx="1955800" cy="12700"/>
            </a:xfrm>
            <a:prstGeom prst="bentConnector3">
              <a:avLst>
                <a:gd name="adj1" fmla="val 38961"/>
              </a:avLst>
            </a:prstGeom>
            <a:ln w="25400" cap="flat">
              <a:solidFill>
                <a:srgbClr val="535353"/>
              </a:solidFill>
              <a:prstDash val="solid"/>
              <a:miter lim="800000"/>
              <a:tailEnd type="triangle" w="med" len="med"/>
            </a:ln>
            <a:effectLst/>
          </p:spPr>
        </p:cxnSp>
        <p:cxnSp>
          <p:nvCxnSpPr>
            <p:cNvPr id="1290" name="Connection Line"/>
            <p:cNvCxnSpPr>
              <a:stCxn id="1282" idx="0"/>
              <a:endCxn id="1286" idx="0"/>
            </p:cNvCxnSpPr>
            <p:nvPr/>
          </p:nvCxnSpPr>
          <p:spPr>
            <a:xfrm>
              <a:off x="711200" y="1676400"/>
              <a:ext cx="1955800" cy="723900"/>
            </a:xfrm>
            <a:prstGeom prst="bentConnector3">
              <a:avLst>
                <a:gd name="adj1" fmla="val 38961"/>
              </a:avLst>
            </a:prstGeom>
            <a:ln w="25400" cap="flat">
              <a:solidFill>
                <a:srgbClr val="535353"/>
              </a:solidFill>
              <a:prstDash val="solid"/>
              <a:miter lim="800000"/>
              <a:tailEnd type="triangle" w="med" len="med"/>
            </a:ln>
            <a:effectLst/>
          </p:spPr>
        </p:cxnSp>
        <p:cxnSp>
          <p:nvCxnSpPr>
            <p:cNvPr id="1291" name="Connection Line"/>
            <p:cNvCxnSpPr>
              <a:stCxn id="1284" idx="0"/>
              <a:endCxn id="1287" idx="0"/>
            </p:cNvCxnSpPr>
            <p:nvPr/>
          </p:nvCxnSpPr>
          <p:spPr>
            <a:xfrm>
              <a:off x="2667000" y="952500"/>
              <a:ext cx="2286000" cy="723900"/>
            </a:xfrm>
            <a:prstGeom prst="bentConnector3">
              <a:avLst>
                <a:gd name="adj1" fmla="val 45000"/>
              </a:avLst>
            </a:prstGeom>
            <a:ln w="25400" cap="flat">
              <a:solidFill>
                <a:schemeClr val="accent2"/>
              </a:solidFill>
              <a:prstDash val="solid"/>
              <a:miter lim="800000"/>
              <a:tailEnd type="triangle" w="med" len="med"/>
            </a:ln>
            <a:effectLst/>
          </p:spPr>
        </p:cxnSp>
        <p:cxnSp>
          <p:nvCxnSpPr>
            <p:cNvPr id="1292" name="Connection Line"/>
            <p:cNvCxnSpPr>
              <a:stCxn id="1285" idx="0"/>
              <a:endCxn id="1287" idx="0"/>
            </p:cNvCxnSpPr>
            <p:nvPr/>
          </p:nvCxnSpPr>
          <p:spPr>
            <a:xfrm>
              <a:off x="2667000" y="1676400"/>
              <a:ext cx="2286000" cy="12700"/>
            </a:xfrm>
            <a:prstGeom prst="bentConnector2">
              <a:avLst/>
            </a:prstGeom>
            <a:ln w="25400" cap="flat">
              <a:solidFill>
                <a:schemeClr val="accent2"/>
              </a:solidFill>
              <a:prstDash val="solid"/>
              <a:miter lim="800000"/>
              <a:tailEnd type="triangle" w="med" len="med"/>
            </a:ln>
            <a:effectLst/>
          </p:spPr>
        </p:cxnSp>
        <p:cxnSp>
          <p:nvCxnSpPr>
            <p:cNvPr id="1293" name="Connection Line"/>
            <p:cNvCxnSpPr>
              <a:stCxn id="1286" idx="0"/>
              <a:endCxn id="1287" idx="0"/>
            </p:cNvCxnSpPr>
            <p:nvPr/>
          </p:nvCxnSpPr>
          <p:spPr>
            <a:xfrm flipV="1">
              <a:off x="2667000" y="1676400"/>
              <a:ext cx="2286000" cy="723900"/>
            </a:xfrm>
            <a:prstGeom prst="bentConnector3">
              <a:avLst>
                <a:gd name="adj1" fmla="val 45000"/>
              </a:avLst>
            </a:prstGeom>
            <a:ln w="25400" cap="flat">
              <a:solidFill>
                <a:schemeClr val="accent2"/>
              </a:solidFill>
              <a:prstDash val="solid"/>
              <a:miter lim="800000"/>
              <a:tailEnd type="triangle" w="med" len="med"/>
            </a:ln>
            <a:effectLst/>
          </p:spPr>
        </p:cxnSp>
      </p:grpSp>
      <p:sp>
        <p:nvSpPr>
          <p:cNvPr id="1295" name="Same model copied to every GPU, each gets a different batch…"/>
          <p:cNvSpPr txBox="1"/>
          <p:nvPr>
            <p:ph type="body" sz="half" idx="4294967295"/>
          </p:nvPr>
        </p:nvSpPr>
        <p:spPr>
          <a:xfrm>
            <a:off x="3096837" y="3741377"/>
            <a:ext cx="8586937" cy="2126891"/>
          </a:xfrm>
          <a:prstGeom prst="rect">
            <a:avLst/>
          </a:prstGeom>
        </p:spPr>
        <p:txBody>
          <a:bodyPr/>
          <a:lstStyle/>
          <a:p>
            <a:pPr marL="508000" indent="-254000">
              <a:buClrTx/>
              <a:buChar char="•"/>
            </a:pPr>
            <a:r>
              <a:t>Same model copied to every GPU, each gets a different batch</a:t>
            </a:r>
          </a:p>
          <a:p>
            <a:pPr marL="508000" indent="-254000">
              <a:buClrTx/>
              <a:buChar char="•"/>
            </a:pPr>
            <a:r>
              <a:t>GPUs compute in parallel, then sync gradients</a:t>
            </a:r>
          </a:p>
          <a:p>
            <a:pPr marL="508000" indent="-254000">
              <a:buClrTx/>
              <a:buChar char="•"/>
            </a:pPr>
            <a:r>
              <a:t>Most common approach, scales training speed roughly linearly</a:t>
            </a:r>
          </a:p>
          <a:p>
            <a:pPr marL="508000" indent="-254000">
              <a:buClrTx/>
              <a:buChar char="•"/>
            </a:pPr>
            <a:r>
              <a:t>Frameworks: </a:t>
            </a:r>
            <a:r>
              <a:rPr b="1">
                <a:solidFill>
                  <a:schemeClr val="accent1"/>
                </a:solidFill>
              </a:rPr>
              <a:t>torchrun</a:t>
            </a:r>
            <a:r>
              <a:t>, </a:t>
            </a:r>
            <a:r>
              <a:rPr b="1">
                <a:solidFill>
                  <a:schemeClr val="accent1"/>
                </a:solidFill>
              </a:rPr>
              <a:t>Hugging Face Accelerate</a:t>
            </a:r>
            <a:r>
              <a:t>, </a:t>
            </a:r>
            <a:r>
              <a:rPr b="1">
                <a:solidFill>
                  <a:schemeClr val="accent1"/>
                </a:solidFill>
              </a:rPr>
              <a:t>DeepSpeed</a:t>
            </a:r>
          </a:p>
          <a:p>
            <a:pPr marL="508000" indent="-254000">
              <a:buClrTx/>
              <a:buChar char="•"/>
            </a:pPr>
            <a:r>
              <a:t>This is what we will use in the hands-on exercise</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ID="10" grpId="1" fill="hold">
                                  <p:stCondLst>
                                    <p:cond delay="0"/>
                                  </p:stCondLst>
                                  <p:iterate type="el" backwards="0">
                                    <p:tmAbs val="0"/>
                                  </p:iterate>
                                  <p:childTnLst>
                                    <p:set>
                                      <p:cBhvr>
                                        <p:cTn id="6" fill="hold"/>
                                        <p:tgtEl>
                                          <p:spTgt spid="1295"/>
                                        </p:tgtEl>
                                        <p:attrNameLst>
                                          <p:attrName>style.visibility</p:attrName>
                                        </p:attrNameLst>
                                      </p:cBhvr>
                                      <p:to>
                                        <p:strVal val="visible"/>
                                      </p:to>
                                    </p:set>
                                    <p:animEffect filter="fade" transition="in">
                                      <p:cBhvr>
                                        <p:cTn id="7" dur="1000"/>
                                        <p:tgtEl>
                                          <p:spTgt spid="12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295" grpId="1"/>
    </p:bldLst>
  </p:timing>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7" name="Rectangle"/>
          <p:cNvSpPr/>
          <p:nvPr/>
        </p:nvSpPr>
        <p:spPr>
          <a:xfrm>
            <a:off x="3281061" y="606212"/>
            <a:ext cx="6617762" cy="2101582"/>
          </a:xfrm>
          <a:prstGeom prst="rect">
            <a:avLst/>
          </a:prstGeom>
          <a:solidFill>
            <a:srgbClr val="FFFFFF"/>
          </a:solidFill>
          <a:ln w="25400">
            <a:solidFill>
              <a:srgbClr val="535353"/>
            </a:solidFill>
            <a:miter/>
          </a:ln>
        </p:spPr>
        <p:txBody>
          <a:bodyPr lIns="45719" rIns="45719" anchor="ctr"/>
          <a:lstStyle/>
          <a:p>
            <a:pPr/>
          </a:p>
        </p:txBody>
      </p:sp>
      <p:sp>
        <p:nvSpPr>
          <p:cNvPr id="1298" name="Model Parallelism"/>
          <p:cNvSpPr txBox="1"/>
          <p:nvPr/>
        </p:nvSpPr>
        <p:spPr>
          <a:xfrm>
            <a:off x="3379509" y="652486"/>
            <a:ext cx="2374068" cy="370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lvl1pPr>
          </a:lstStyle>
          <a:p>
            <a:pPr/>
            <a:r>
              <a:t>Model Parallelism</a:t>
            </a:r>
          </a:p>
        </p:txBody>
      </p:sp>
      <p:sp>
        <p:nvSpPr>
          <p:cNvPr id="1299" name="Chart Document"/>
          <p:cNvSpPr/>
          <p:nvPr/>
        </p:nvSpPr>
        <p:spPr>
          <a:xfrm>
            <a:off x="3491283" y="1164468"/>
            <a:ext cx="760679" cy="985070"/>
          </a:xfrm>
          <a:custGeom>
            <a:avLst/>
            <a:gdLst/>
            <a:ahLst/>
            <a:cxnLst>
              <a:cxn ang="0">
                <a:pos x="wd2" y="hd2"/>
              </a:cxn>
              <a:cxn ang="5400000">
                <a:pos x="wd2" y="hd2"/>
              </a:cxn>
              <a:cxn ang="10800000">
                <a:pos x="wd2" y="hd2"/>
              </a:cxn>
              <a:cxn ang="16200000">
                <a:pos x="wd2" y="hd2"/>
              </a:cxn>
            </a:cxnLst>
            <a:rect l="0" t="0" r="r" b="b"/>
            <a:pathLst>
              <a:path w="21599" h="21600" fill="norm" stroke="1" extrusionOk="0">
                <a:moveTo>
                  <a:pt x="213" y="0"/>
                </a:moveTo>
                <a:cubicBezTo>
                  <a:pt x="96" y="0"/>
                  <a:pt x="0" y="72"/>
                  <a:pt x="0" y="162"/>
                </a:cubicBezTo>
                <a:lnTo>
                  <a:pt x="0" y="21438"/>
                </a:lnTo>
                <a:cubicBezTo>
                  <a:pt x="0" y="21528"/>
                  <a:pt x="96" y="21600"/>
                  <a:pt x="213" y="21600"/>
                </a:cubicBezTo>
                <a:lnTo>
                  <a:pt x="21387" y="21600"/>
                </a:lnTo>
                <a:cubicBezTo>
                  <a:pt x="21503" y="21600"/>
                  <a:pt x="21599" y="21528"/>
                  <a:pt x="21599" y="21438"/>
                </a:cubicBezTo>
                <a:lnTo>
                  <a:pt x="21599" y="5895"/>
                </a:lnTo>
                <a:cubicBezTo>
                  <a:pt x="21600" y="5863"/>
                  <a:pt x="21565" y="5837"/>
                  <a:pt x="21524" y="5837"/>
                </a:cubicBezTo>
                <a:lnTo>
                  <a:pt x="14256" y="5837"/>
                </a:lnTo>
                <a:cubicBezTo>
                  <a:pt x="14139" y="5837"/>
                  <a:pt x="14043" y="5765"/>
                  <a:pt x="14043" y="5674"/>
                </a:cubicBezTo>
                <a:lnTo>
                  <a:pt x="14043" y="58"/>
                </a:lnTo>
                <a:cubicBezTo>
                  <a:pt x="14043" y="26"/>
                  <a:pt x="14009" y="0"/>
                  <a:pt x="13968" y="0"/>
                </a:cubicBezTo>
                <a:lnTo>
                  <a:pt x="213" y="0"/>
                </a:lnTo>
                <a:close/>
                <a:moveTo>
                  <a:pt x="15017" y="86"/>
                </a:moveTo>
                <a:cubicBezTo>
                  <a:pt x="14991" y="94"/>
                  <a:pt x="14972" y="114"/>
                  <a:pt x="14972" y="140"/>
                </a:cubicBezTo>
                <a:lnTo>
                  <a:pt x="14972" y="4958"/>
                </a:lnTo>
                <a:cubicBezTo>
                  <a:pt x="14972" y="5048"/>
                  <a:pt x="15067" y="5120"/>
                  <a:pt x="15184" y="5120"/>
                </a:cubicBezTo>
                <a:lnTo>
                  <a:pt x="21418" y="5120"/>
                </a:lnTo>
                <a:cubicBezTo>
                  <a:pt x="21485" y="5120"/>
                  <a:pt x="21518" y="5058"/>
                  <a:pt x="21471" y="5021"/>
                </a:cubicBezTo>
                <a:lnTo>
                  <a:pt x="15100" y="99"/>
                </a:lnTo>
                <a:cubicBezTo>
                  <a:pt x="15076" y="81"/>
                  <a:pt x="15044" y="78"/>
                  <a:pt x="15017" y="86"/>
                </a:cubicBezTo>
                <a:close/>
                <a:moveTo>
                  <a:pt x="9656" y="7345"/>
                </a:moveTo>
                <a:lnTo>
                  <a:pt x="11938" y="7345"/>
                </a:lnTo>
                <a:cubicBezTo>
                  <a:pt x="11983" y="7345"/>
                  <a:pt x="12018" y="7374"/>
                  <a:pt x="12018" y="7408"/>
                </a:cubicBezTo>
                <a:lnTo>
                  <a:pt x="12018" y="15086"/>
                </a:lnTo>
                <a:cubicBezTo>
                  <a:pt x="12018" y="15120"/>
                  <a:pt x="11983" y="15149"/>
                  <a:pt x="11938" y="15149"/>
                </a:cubicBezTo>
                <a:lnTo>
                  <a:pt x="9656" y="15149"/>
                </a:lnTo>
                <a:cubicBezTo>
                  <a:pt x="9611" y="15149"/>
                  <a:pt x="9574" y="15120"/>
                  <a:pt x="9574" y="15086"/>
                </a:cubicBezTo>
                <a:lnTo>
                  <a:pt x="9574" y="7408"/>
                </a:lnTo>
                <a:cubicBezTo>
                  <a:pt x="9574" y="7374"/>
                  <a:pt x="9611" y="7345"/>
                  <a:pt x="9656" y="7345"/>
                </a:cubicBezTo>
                <a:close/>
                <a:moveTo>
                  <a:pt x="13164" y="9590"/>
                </a:moveTo>
                <a:lnTo>
                  <a:pt x="15445" y="9590"/>
                </a:lnTo>
                <a:cubicBezTo>
                  <a:pt x="15490" y="9590"/>
                  <a:pt x="15527" y="9617"/>
                  <a:pt x="15527" y="9652"/>
                </a:cubicBezTo>
                <a:lnTo>
                  <a:pt x="15527" y="15088"/>
                </a:lnTo>
                <a:cubicBezTo>
                  <a:pt x="15527" y="15122"/>
                  <a:pt x="15490" y="15149"/>
                  <a:pt x="15445" y="15149"/>
                </a:cubicBezTo>
                <a:lnTo>
                  <a:pt x="13164" y="15149"/>
                </a:lnTo>
                <a:cubicBezTo>
                  <a:pt x="13119" y="15149"/>
                  <a:pt x="13084" y="15122"/>
                  <a:pt x="13084" y="15088"/>
                </a:cubicBezTo>
                <a:lnTo>
                  <a:pt x="13084" y="9652"/>
                </a:lnTo>
                <a:cubicBezTo>
                  <a:pt x="13084" y="9617"/>
                  <a:pt x="13119" y="9590"/>
                  <a:pt x="13164" y="9590"/>
                </a:cubicBezTo>
                <a:close/>
                <a:moveTo>
                  <a:pt x="6147" y="11440"/>
                </a:moveTo>
                <a:lnTo>
                  <a:pt x="8428" y="11440"/>
                </a:lnTo>
                <a:cubicBezTo>
                  <a:pt x="8473" y="11440"/>
                  <a:pt x="8511" y="11467"/>
                  <a:pt x="8511" y="11502"/>
                </a:cubicBezTo>
                <a:lnTo>
                  <a:pt x="8511" y="15086"/>
                </a:lnTo>
                <a:cubicBezTo>
                  <a:pt x="8511" y="15120"/>
                  <a:pt x="8473" y="15149"/>
                  <a:pt x="8428" y="15149"/>
                </a:cubicBezTo>
                <a:lnTo>
                  <a:pt x="6147" y="15149"/>
                </a:lnTo>
                <a:cubicBezTo>
                  <a:pt x="6102" y="15149"/>
                  <a:pt x="6067" y="15120"/>
                  <a:pt x="6067" y="15086"/>
                </a:cubicBezTo>
                <a:lnTo>
                  <a:pt x="6067" y="11502"/>
                </a:lnTo>
                <a:cubicBezTo>
                  <a:pt x="6067" y="11467"/>
                  <a:pt x="6102" y="11440"/>
                  <a:pt x="6147" y="11440"/>
                </a:cubicBezTo>
                <a:close/>
                <a:moveTo>
                  <a:pt x="3933" y="15866"/>
                </a:moveTo>
                <a:lnTo>
                  <a:pt x="17662" y="15866"/>
                </a:lnTo>
                <a:cubicBezTo>
                  <a:pt x="17707" y="15866"/>
                  <a:pt x="17742" y="15895"/>
                  <a:pt x="17742" y="15929"/>
                </a:cubicBezTo>
                <a:lnTo>
                  <a:pt x="17746" y="16878"/>
                </a:lnTo>
                <a:cubicBezTo>
                  <a:pt x="17746" y="16913"/>
                  <a:pt x="17709" y="16941"/>
                  <a:pt x="17664" y="16941"/>
                </a:cubicBezTo>
                <a:lnTo>
                  <a:pt x="3935" y="16941"/>
                </a:lnTo>
                <a:cubicBezTo>
                  <a:pt x="3890" y="16941"/>
                  <a:pt x="3853" y="16912"/>
                  <a:pt x="3853" y="16878"/>
                </a:cubicBezTo>
                <a:lnTo>
                  <a:pt x="3850" y="15929"/>
                </a:lnTo>
                <a:cubicBezTo>
                  <a:pt x="3850" y="15895"/>
                  <a:pt x="3888" y="15866"/>
                  <a:pt x="3933" y="15866"/>
                </a:cubicBezTo>
                <a:close/>
              </a:path>
            </a:pathLst>
          </a:custGeom>
          <a:solidFill>
            <a:srgbClr val="FFFFFF"/>
          </a:solidFill>
          <a:ln w="12700">
            <a:solidFill>
              <a:srgbClr val="535353"/>
            </a:solidFill>
            <a:miter/>
          </a:ln>
        </p:spPr>
        <p:txBody>
          <a:bodyPr lIns="45719" rIns="45719" anchor="ctr"/>
          <a:lstStyle/>
          <a:p>
            <a:pPr/>
          </a:p>
        </p:txBody>
      </p:sp>
      <p:sp>
        <p:nvSpPr>
          <p:cNvPr id="1300" name="Data"/>
          <p:cNvSpPr txBox="1"/>
          <p:nvPr/>
        </p:nvSpPr>
        <p:spPr>
          <a:xfrm>
            <a:off x="3549150" y="2290680"/>
            <a:ext cx="703435" cy="370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lvl1pPr>
          </a:lstStyle>
          <a:p>
            <a:pPr/>
            <a:r>
              <a:t>Data</a:t>
            </a:r>
          </a:p>
        </p:txBody>
      </p:sp>
      <p:sp>
        <p:nvSpPr>
          <p:cNvPr id="1301" name="GPU 1…"/>
          <p:cNvSpPr txBox="1"/>
          <p:nvPr/>
        </p:nvSpPr>
        <p:spPr>
          <a:xfrm>
            <a:off x="4666088" y="1453680"/>
            <a:ext cx="1111409" cy="599441"/>
          </a:xfrm>
          <a:prstGeom prst="rect">
            <a:avLst/>
          </a:prstGeom>
          <a:ln w="25400">
            <a:solidFill>
              <a:schemeClr val="accent1"/>
            </a:solidFill>
            <a:miter/>
          </a:ln>
          <a:extLst>
            <a:ext uri="{C572A759-6A51-4108-AA02-DFA0A04FC94B}">
              <ma14:wrappingTextBoxFlag xmlns:ma14="http://schemas.microsoft.com/office/mac/drawingml/2011/main" val="1"/>
            </a:ext>
          </a:extLst>
        </p:spPr>
        <p:txBody>
          <a:bodyPr wrap="none" lIns="45719" rIns="45719">
            <a:spAutoFit/>
          </a:bodyPr>
          <a:lstStyle/>
          <a:p>
            <a:pPr>
              <a:defRPr b="1" sz="1600"/>
            </a:pPr>
            <a:r>
              <a:t>GPU 1</a:t>
            </a:r>
          </a:p>
          <a:p>
            <a:pPr>
              <a:defRPr sz="1600"/>
            </a:pPr>
            <a:r>
              <a:t>Layer 1-3</a:t>
            </a:r>
          </a:p>
        </p:txBody>
      </p:sp>
      <p:sp>
        <p:nvSpPr>
          <p:cNvPr id="1302" name="AutoShape 2"/>
          <p:cNvSpPr/>
          <p:nvPr/>
        </p:nvSpPr>
        <p:spPr>
          <a:xfrm rot="10800000">
            <a:off x="-1" y="-1"/>
            <a:ext cx="2459135" cy="6858001"/>
          </a:xfrm>
          <a:prstGeom prst="rect">
            <a:avLst/>
          </a:prstGeom>
          <a:solidFill>
            <a:schemeClr val="accent3"/>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1303" name="Freeform 3"/>
          <p:cNvSpPr/>
          <p:nvPr/>
        </p:nvSpPr>
        <p:spPr>
          <a:xfrm>
            <a:off x="-69851" y="4416210"/>
            <a:ext cx="2528985" cy="2528985"/>
          </a:xfrm>
          <a:prstGeom prst="rect">
            <a:avLst/>
          </a:prstGeom>
          <a:blipFill>
            <a:blip r:embed="rId2"/>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pic>
        <p:nvPicPr>
          <p:cNvPr id="1304" name="Picture 10" descr="Picture 10"/>
          <p:cNvPicPr>
            <a:picLocks noChangeAspect="1"/>
          </p:cNvPicPr>
          <p:nvPr/>
        </p:nvPicPr>
        <p:blipFill>
          <a:blip r:embed="rId3">
            <a:extLst/>
          </a:blip>
          <a:stretch>
            <a:fillRect/>
          </a:stretch>
        </p:blipFill>
        <p:spPr>
          <a:xfrm>
            <a:off x="-112529" y="5522981"/>
            <a:ext cx="1943085" cy="1298439"/>
          </a:xfrm>
          <a:prstGeom prst="rect">
            <a:avLst/>
          </a:prstGeom>
          <a:ln w="12700">
            <a:miter lim="400000"/>
          </a:ln>
        </p:spPr>
      </p:pic>
      <p:sp>
        <p:nvSpPr>
          <p:cNvPr id="1305" name="Freeform 4"/>
          <p:cNvSpPr/>
          <p:nvPr/>
        </p:nvSpPr>
        <p:spPr>
          <a:xfrm>
            <a:off x="10720750" y="477331"/>
            <a:ext cx="1178860" cy="416938"/>
          </a:xfrm>
          <a:prstGeom prst="rect">
            <a:avLst/>
          </a:prstGeom>
          <a:blipFill>
            <a:blip r:embed="rId4"/>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1306" name="TextBox 5"/>
          <p:cNvSpPr txBox="1"/>
          <p:nvPr/>
        </p:nvSpPr>
        <p:spPr>
          <a:xfrm>
            <a:off x="-1" y="2918545"/>
            <a:ext cx="2459135" cy="3501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609600">
              <a:lnSpc>
                <a:spcPts val="2600"/>
              </a:lnSpc>
              <a:defRPr sz="2400">
                <a:solidFill>
                  <a:srgbClr val="FFFFFF"/>
                </a:solidFill>
                <a:latin typeface="Futura Bold"/>
                <a:ea typeface="Futura Bold"/>
                <a:cs typeface="Futura Bold"/>
                <a:sym typeface="Futura Bold"/>
              </a:defRPr>
            </a:lvl1pPr>
          </a:lstStyle>
          <a:p>
            <a:pPr/>
            <a:r>
              <a:t>Multi-GPU</a:t>
            </a:r>
          </a:p>
        </p:txBody>
      </p:sp>
      <p:sp>
        <p:nvSpPr>
          <p:cNvPr id="1307" name="Model is split across GPUs, each holds a portion of the layers…"/>
          <p:cNvSpPr txBox="1"/>
          <p:nvPr>
            <p:ph type="body" sz="half" idx="4294967295"/>
          </p:nvPr>
        </p:nvSpPr>
        <p:spPr>
          <a:xfrm>
            <a:off x="3014210" y="3534810"/>
            <a:ext cx="8586937" cy="2913189"/>
          </a:xfrm>
          <a:prstGeom prst="rect">
            <a:avLst/>
          </a:prstGeom>
        </p:spPr>
        <p:txBody>
          <a:bodyPr/>
          <a:lstStyle/>
          <a:p>
            <a:pPr marL="508000" indent="-254000">
              <a:buClrTx/>
              <a:buChar char="•"/>
            </a:pPr>
            <a:r>
              <a:t>Model is split across GPUs, each holds a portion of the layers</a:t>
            </a:r>
          </a:p>
          <a:p>
            <a:pPr marL="508000" indent="-254000">
              <a:buClrTx/>
              <a:buChar char="•"/>
            </a:pPr>
            <a:r>
              <a:t>Needed when the model doesn't fit on a single GPU</a:t>
            </a:r>
          </a:p>
          <a:p>
            <a:pPr marL="508000" indent="-254000">
              <a:buClrTx/>
              <a:buChar char="•"/>
            </a:pPr>
            <a:r>
              <a:t>Example: 70B LLM in fp16 ≈ 140 GB, doesn't fit on one H100 (80 GB)</a:t>
            </a:r>
          </a:p>
          <a:p>
            <a:pPr marL="508000" indent="-254000">
              <a:buClrTx/>
              <a:buChar char="•"/>
            </a:pPr>
            <a:r>
              <a:t>More complex to set up, use when data parallelism isn't enough</a:t>
            </a:r>
          </a:p>
          <a:p>
            <a:pPr marL="508000" indent="-254000">
              <a:buClrTx/>
              <a:buChar char="•"/>
            </a:pPr>
            <a:r>
              <a:t>More common in inference, where large models need multiple GPUs just to be loaded</a:t>
            </a:r>
          </a:p>
          <a:p>
            <a:pPr marL="508000" indent="-254000">
              <a:buClrTx/>
              <a:buChar char="•"/>
            </a:pPr>
            <a:r>
              <a:t>Start with one GPU, scale up when you hit a bottleneck</a:t>
            </a:r>
          </a:p>
        </p:txBody>
      </p:sp>
      <p:sp>
        <p:nvSpPr>
          <p:cNvPr id="1308" name="GPU 8…"/>
          <p:cNvSpPr txBox="1"/>
          <p:nvPr/>
        </p:nvSpPr>
        <p:spPr>
          <a:xfrm>
            <a:off x="7027984" y="1453680"/>
            <a:ext cx="1369776" cy="599441"/>
          </a:xfrm>
          <a:prstGeom prst="rect">
            <a:avLst/>
          </a:prstGeom>
          <a:ln w="25400">
            <a:solidFill>
              <a:schemeClr val="accent1"/>
            </a:solidFill>
            <a:miter/>
          </a:ln>
          <a:extLst>
            <a:ext uri="{C572A759-6A51-4108-AA02-DFA0A04FC94B}">
              <ma14:wrappingTextBoxFlag xmlns:ma14="http://schemas.microsoft.com/office/mac/drawingml/2011/main" val="1"/>
            </a:ext>
          </a:extLst>
        </p:spPr>
        <p:txBody>
          <a:bodyPr wrap="none" lIns="45719" rIns="45719">
            <a:spAutoFit/>
          </a:bodyPr>
          <a:lstStyle/>
          <a:p>
            <a:pPr>
              <a:defRPr b="1" sz="1600"/>
            </a:pPr>
            <a:r>
              <a:t>GPU 8</a:t>
            </a:r>
          </a:p>
          <a:p>
            <a:pPr>
              <a:defRPr sz="1600"/>
            </a:pPr>
            <a:r>
              <a:t>Layer 22-24</a:t>
            </a:r>
          </a:p>
        </p:txBody>
      </p:sp>
      <p:sp>
        <p:nvSpPr>
          <p:cNvPr id="1309" name="…"/>
          <p:cNvSpPr txBox="1"/>
          <p:nvPr/>
        </p:nvSpPr>
        <p:spPr>
          <a:xfrm>
            <a:off x="6092968" y="1574330"/>
            <a:ext cx="619545" cy="358141"/>
          </a:xfrm>
          <a:prstGeom prst="rect">
            <a:avLst/>
          </a:prstGeom>
          <a:ln w="25400">
            <a:solidFill>
              <a:schemeClr val="accent1"/>
            </a:solidFill>
            <a:miter/>
          </a:ln>
          <a:extLst>
            <a:ext uri="{C572A759-6A51-4108-AA02-DFA0A04FC94B}">
              <ma14:wrappingTextBoxFlag xmlns:ma14="http://schemas.microsoft.com/office/mac/drawingml/2011/main" val="1"/>
            </a:ext>
          </a:extLst>
        </p:spPr>
        <p:txBody>
          <a:bodyPr lIns="45719" rIns="45719">
            <a:spAutoFit/>
          </a:bodyPr>
          <a:lstStyle>
            <a:lvl1pPr algn="ctr">
              <a:defRPr b="1" sz="1600"/>
            </a:lvl1pPr>
          </a:lstStyle>
          <a:p>
            <a:pPr/>
            <a:r>
              <a:t>…</a:t>
            </a:r>
          </a:p>
        </p:txBody>
      </p:sp>
      <p:sp>
        <p:nvSpPr>
          <p:cNvPr id="1310" name="Output"/>
          <p:cNvSpPr txBox="1"/>
          <p:nvPr/>
        </p:nvSpPr>
        <p:spPr>
          <a:xfrm>
            <a:off x="8807906" y="1574330"/>
            <a:ext cx="919025" cy="358141"/>
          </a:xfrm>
          <a:prstGeom prst="rect">
            <a:avLst/>
          </a:prstGeom>
          <a:ln w="25400">
            <a:solidFill>
              <a:schemeClr val="accent1"/>
            </a:solidFill>
            <a:miter/>
          </a:ln>
          <a:extLst>
            <a:ext uri="{C572A759-6A51-4108-AA02-DFA0A04FC94B}">
              <ma14:wrappingTextBoxFlag xmlns:ma14="http://schemas.microsoft.com/office/mac/drawingml/2011/main" val="1"/>
            </a:ext>
          </a:extLst>
        </p:spPr>
        <p:txBody>
          <a:bodyPr wrap="none" lIns="45719" rIns="45719">
            <a:spAutoFit/>
          </a:bodyPr>
          <a:lstStyle>
            <a:lvl1pPr>
              <a:defRPr b="1" sz="1600"/>
            </a:lvl1pPr>
          </a:lstStyle>
          <a:p>
            <a:pPr/>
            <a:r>
              <a:t>Output</a:t>
            </a:r>
          </a:p>
        </p:txBody>
      </p:sp>
      <p:sp>
        <p:nvSpPr>
          <p:cNvPr id="1311" name="Line"/>
          <p:cNvSpPr/>
          <p:nvPr/>
        </p:nvSpPr>
        <p:spPr>
          <a:xfrm>
            <a:off x="4280398" y="1753400"/>
            <a:ext cx="350904" cy="1"/>
          </a:xfrm>
          <a:prstGeom prst="line">
            <a:avLst/>
          </a:prstGeom>
          <a:ln w="38100">
            <a:solidFill>
              <a:schemeClr val="accent3"/>
            </a:solidFill>
            <a:miter/>
            <a:tailEnd type="triangle"/>
          </a:ln>
        </p:spPr>
        <p:txBody>
          <a:bodyPr lIns="45719" rIns="45719"/>
          <a:lstStyle/>
          <a:p>
            <a:pPr/>
          </a:p>
        </p:txBody>
      </p:sp>
      <p:sp>
        <p:nvSpPr>
          <p:cNvPr id="1312" name="Line"/>
          <p:cNvSpPr/>
          <p:nvPr/>
        </p:nvSpPr>
        <p:spPr>
          <a:xfrm>
            <a:off x="5812283" y="1753400"/>
            <a:ext cx="245900" cy="1"/>
          </a:xfrm>
          <a:prstGeom prst="line">
            <a:avLst/>
          </a:prstGeom>
          <a:ln w="38100">
            <a:solidFill>
              <a:schemeClr val="accent2"/>
            </a:solidFill>
            <a:miter/>
            <a:tailEnd type="triangle"/>
          </a:ln>
        </p:spPr>
        <p:txBody>
          <a:bodyPr lIns="45719" rIns="45719"/>
          <a:lstStyle/>
          <a:p>
            <a:pPr/>
          </a:p>
        </p:txBody>
      </p:sp>
      <p:sp>
        <p:nvSpPr>
          <p:cNvPr id="1313" name="Line"/>
          <p:cNvSpPr/>
          <p:nvPr/>
        </p:nvSpPr>
        <p:spPr>
          <a:xfrm>
            <a:off x="6751818" y="1753400"/>
            <a:ext cx="236860" cy="1"/>
          </a:xfrm>
          <a:prstGeom prst="line">
            <a:avLst/>
          </a:prstGeom>
          <a:ln w="38100">
            <a:solidFill>
              <a:schemeClr val="accent2"/>
            </a:solidFill>
            <a:miter/>
            <a:tailEnd type="triangle"/>
          </a:ln>
        </p:spPr>
        <p:txBody>
          <a:bodyPr lIns="45719" rIns="45719"/>
          <a:lstStyle/>
          <a:p>
            <a:pPr/>
          </a:p>
        </p:txBody>
      </p:sp>
      <p:sp>
        <p:nvSpPr>
          <p:cNvPr id="1314" name="Line"/>
          <p:cNvSpPr/>
          <p:nvPr/>
        </p:nvSpPr>
        <p:spPr>
          <a:xfrm>
            <a:off x="8437065" y="1753400"/>
            <a:ext cx="350905" cy="1"/>
          </a:xfrm>
          <a:prstGeom prst="line">
            <a:avLst/>
          </a:prstGeom>
          <a:ln w="38100">
            <a:solidFill>
              <a:schemeClr val="accent1"/>
            </a:solidFill>
            <a:miter/>
            <a:tailEnd type="triangle"/>
          </a:ln>
        </p:spPr>
        <p:txBody>
          <a:bodyPr lIns="45719" rIns="45719"/>
          <a:lstStyle/>
          <a:p>
            <a:pP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ID="10" grpId="1" fill="hold">
                                  <p:stCondLst>
                                    <p:cond delay="0"/>
                                  </p:stCondLst>
                                  <p:iterate type="el" backwards="0">
                                    <p:tmAbs val="0"/>
                                  </p:iterate>
                                  <p:childTnLst>
                                    <p:set>
                                      <p:cBhvr>
                                        <p:cTn id="6" fill="hold"/>
                                        <p:tgtEl>
                                          <p:spTgt spid="1307"/>
                                        </p:tgtEl>
                                        <p:attrNameLst>
                                          <p:attrName>style.visibility</p:attrName>
                                        </p:attrNameLst>
                                      </p:cBhvr>
                                      <p:to>
                                        <p:strVal val="visible"/>
                                      </p:to>
                                    </p:set>
                                    <p:animEffect filter="fade" transition="in">
                                      <p:cBhvr>
                                        <p:cTn id="7" dur="1000"/>
                                        <p:tgtEl>
                                          <p:spTgt spid="13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307" grpId="1"/>
    </p:bldLst>
  </p:timing>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16" name="AutoShape 2"/>
          <p:cNvSpPr/>
          <p:nvPr/>
        </p:nvSpPr>
        <p:spPr>
          <a:xfrm rot="10800000">
            <a:off x="-1" y="-1"/>
            <a:ext cx="2459135" cy="6858001"/>
          </a:xfrm>
          <a:prstGeom prst="rect">
            <a:avLst/>
          </a:prstGeom>
          <a:solidFill>
            <a:schemeClr val="accent2"/>
          </a:solid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1317" name="Freeform 3"/>
          <p:cNvSpPr/>
          <p:nvPr/>
        </p:nvSpPr>
        <p:spPr>
          <a:xfrm>
            <a:off x="-69851" y="4416210"/>
            <a:ext cx="2528985" cy="2528985"/>
          </a:xfrm>
          <a:prstGeom prst="rect">
            <a:avLst/>
          </a:prstGeom>
          <a:blipFill>
            <a:blip r:embed="rId2"/>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pic>
        <p:nvPicPr>
          <p:cNvPr id="1318" name="Picture 10" descr="Picture 10"/>
          <p:cNvPicPr>
            <a:picLocks noChangeAspect="1"/>
          </p:cNvPicPr>
          <p:nvPr/>
        </p:nvPicPr>
        <p:blipFill>
          <a:blip r:embed="rId3">
            <a:extLst/>
          </a:blip>
          <a:stretch>
            <a:fillRect/>
          </a:stretch>
        </p:blipFill>
        <p:spPr>
          <a:xfrm>
            <a:off x="-112529" y="5522981"/>
            <a:ext cx="1943085" cy="1298439"/>
          </a:xfrm>
          <a:prstGeom prst="rect">
            <a:avLst/>
          </a:prstGeom>
          <a:ln w="12700">
            <a:miter lim="400000"/>
          </a:ln>
        </p:spPr>
      </p:pic>
      <p:sp>
        <p:nvSpPr>
          <p:cNvPr id="1319" name="Freeform 4"/>
          <p:cNvSpPr/>
          <p:nvPr/>
        </p:nvSpPr>
        <p:spPr>
          <a:xfrm>
            <a:off x="10720750" y="477331"/>
            <a:ext cx="1178860" cy="416938"/>
          </a:xfrm>
          <a:prstGeom prst="rect">
            <a:avLst/>
          </a:prstGeom>
          <a:blipFill>
            <a:blip r:embed="rId4"/>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1320" name="TextBox 5"/>
          <p:cNvSpPr txBox="1"/>
          <p:nvPr/>
        </p:nvSpPr>
        <p:spPr>
          <a:xfrm>
            <a:off x="-1" y="2918545"/>
            <a:ext cx="2459135" cy="68884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609600">
              <a:lnSpc>
                <a:spcPts val="2600"/>
              </a:lnSpc>
              <a:defRPr sz="2400">
                <a:solidFill>
                  <a:srgbClr val="FFFFFF"/>
                </a:solidFill>
                <a:latin typeface="Futura Bold"/>
                <a:ea typeface="Futura Bold"/>
                <a:cs typeface="Futura Bold"/>
                <a:sym typeface="Futura Bold"/>
              </a:defRPr>
            </a:lvl1pPr>
          </a:lstStyle>
          <a:p>
            <a:pPr/>
            <a:r>
              <a:t>Our GPUs at a Glance</a:t>
            </a:r>
          </a:p>
        </p:txBody>
      </p:sp>
      <p:graphicFrame>
        <p:nvGraphicFramePr>
          <p:cNvPr id="1321" name="Table 1"/>
          <p:cNvGraphicFramePr/>
          <p:nvPr/>
        </p:nvGraphicFramePr>
        <p:xfrm>
          <a:off x="3219139" y="1260094"/>
          <a:ext cx="9821335" cy="5080001"/>
        </p:xfrm>
        <a:graphic xmlns:a="http://schemas.openxmlformats.org/drawingml/2006/main">
          <a:graphicData uri="http://schemas.openxmlformats.org/drawingml/2006/table">
            <a:tbl>
              <a:tblPr firstCol="1" firstRow="1" lastCol="0" lastRow="0" bandCol="0" bandRow="1" rtl="0">
                <a:tableStyleId>{4C3C2611-4C71-4FC5-86AE-919BDF0F9419}</a:tableStyleId>
              </a:tblPr>
              <a:tblGrid>
                <a:gridCol w="1270000"/>
                <a:gridCol w="1270000"/>
                <a:gridCol w="1270000"/>
                <a:gridCol w="4356100"/>
              </a:tblGrid>
              <a:tr h="571500">
                <a:tc>
                  <a:txBody>
                    <a:bodyPr/>
                    <a:lstStyle/>
                    <a:p>
                      <a:pPr algn="ctr">
                        <a:defRPr b="0" sz="1800">
                          <a:solidFill>
                            <a:srgbClr val="000000"/>
                          </a:solidFill>
                        </a:defRPr>
                      </a:pPr>
                      <a:r>
                        <a:rPr b="1">
                          <a:solidFill>
                            <a:srgbClr val="FFFFFF"/>
                          </a:solidFill>
                        </a:rPr>
                        <a:t>GPU</a:t>
                      </a:r>
                    </a:p>
                  </a:txBody>
                  <a:tcPr marL="0" marR="0" marT="0" marB="0" anchor="ctr" anchorCtr="0" horzOverflow="overflow">
                    <a:solidFill>
                      <a:schemeClr val="accent2"/>
                    </a:solidFill>
                  </a:tcPr>
                </a:tc>
                <a:tc>
                  <a:txBody>
                    <a:bodyPr/>
                    <a:lstStyle/>
                    <a:p>
                      <a:pPr algn="ctr">
                        <a:defRPr b="0" sz="1800">
                          <a:solidFill>
                            <a:srgbClr val="000000"/>
                          </a:solidFill>
                        </a:defRPr>
                      </a:pPr>
                      <a:r>
                        <a:rPr b="1">
                          <a:solidFill>
                            <a:srgbClr val="FFFFFF"/>
                          </a:solidFill>
                        </a:rPr>
                        <a:t>Count</a:t>
                      </a:r>
                    </a:p>
                  </a:txBody>
                  <a:tcPr marL="0" marR="0" marT="0" marB="0" anchor="ctr" anchorCtr="0" horzOverflow="overflow">
                    <a:solidFill>
                      <a:schemeClr val="accent2"/>
                    </a:solidFill>
                  </a:tcPr>
                </a:tc>
                <a:tc>
                  <a:txBody>
                    <a:bodyPr/>
                    <a:lstStyle/>
                    <a:p>
                      <a:pPr algn="ctr">
                        <a:defRPr b="0" sz="1800">
                          <a:solidFill>
                            <a:srgbClr val="000000"/>
                          </a:solidFill>
                        </a:defRPr>
                      </a:pPr>
                      <a:r>
                        <a:rPr b="1">
                          <a:solidFill>
                            <a:srgbClr val="FFFFFF"/>
                          </a:solidFill>
                        </a:rPr>
                        <a:t>VRAM</a:t>
                      </a:r>
                    </a:p>
                  </a:txBody>
                  <a:tcPr marL="0" marR="0" marT="0" marB="0" anchor="ctr" anchorCtr="0" horzOverflow="overflow">
                    <a:solidFill>
                      <a:schemeClr val="accent2"/>
                    </a:solidFill>
                  </a:tcPr>
                </a:tc>
                <a:tc>
                  <a:txBody>
                    <a:bodyPr/>
                    <a:lstStyle/>
                    <a:p>
                      <a:pPr lvl="1" indent="228600" algn="l">
                        <a:spcBef>
                          <a:spcPts val="400"/>
                        </a:spcBef>
                        <a:defRPr sz="1800"/>
                      </a:pPr>
                      <a:r>
                        <a:t>Best for</a:t>
                      </a:r>
                    </a:p>
                  </a:txBody>
                  <a:tcPr marL="0" marR="0" marT="0" marB="0" anchor="ctr" anchorCtr="0" horzOverflow="overflow">
                    <a:solidFill>
                      <a:schemeClr val="accent2"/>
                    </a:solidFill>
                  </a:tcPr>
                </a:tc>
              </a:tr>
              <a:tr h="584200">
                <a:tc>
                  <a:txBody>
                    <a:bodyPr/>
                    <a:lstStyle/>
                    <a:p>
                      <a:pPr algn="ctr">
                        <a:defRPr b="0" sz="1800">
                          <a:solidFill>
                            <a:srgbClr val="000000"/>
                          </a:solidFill>
                        </a:defRPr>
                      </a:pPr>
                      <a:r>
                        <a:rPr b="1">
                          <a:solidFill>
                            <a:srgbClr val="FFFFFF"/>
                          </a:solidFill>
                        </a:rPr>
                        <a:t>H100</a:t>
                      </a:r>
                    </a:p>
                  </a:txBody>
                  <a:tcPr marL="0" marR="0" marT="0" marB="0" anchor="ctr" anchorCtr="0" horzOverflow="overflow">
                    <a:solidFill>
                      <a:schemeClr val="accent2"/>
                    </a:solidFill>
                  </a:tcPr>
                </a:tc>
                <a:tc>
                  <a:txBody>
                    <a:bodyPr/>
                    <a:lstStyle/>
                    <a:p>
                      <a:pPr algn="ctr">
                        <a:defRPr sz="1800">
                          <a:solidFill>
                            <a:srgbClr val="000000"/>
                          </a:solidFill>
                        </a:defRPr>
                      </a:pPr>
                      <a:r>
                        <a:rPr b="1">
                          <a:solidFill>
                            <a:srgbClr val="5A6065"/>
                          </a:solidFill>
                        </a:rPr>
                        <a:t>64</a:t>
                      </a:r>
                    </a:p>
                  </a:txBody>
                  <a:tcPr marL="0" marR="0" marT="0" marB="0" anchor="ctr" anchorCtr="0" horzOverflow="overflow">
                    <a:solidFill>
                      <a:schemeClr val="accent2">
                        <a:alpha val="40021"/>
                      </a:schemeClr>
                    </a:solidFill>
                  </a:tcPr>
                </a:tc>
                <a:tc>
                  <a:txBody>
                    <a:bodyPr/>
                    <a:lstStyle/>
                    <a:p>
                      <a:pPr algn="ctr">
                        <a:defRPr sz="1800">
                          <a:solidFill>
                            <a:srgbClr val="000000"/>
                          </a:solidFill>
                        </a:defRPr>
                      </a:pPr>
                      <a:r>
                        <a:rPr b="1">
                          <a:solidFill>
                            <a:srgbClr val="5A6065"/>
                          </a:solidFill>
                        </a:rPr>
                        <a:t>80 GB</a:t>
                      </a:r>
                    </a:p>
                  </a:txBody>
                  <a:tcPr marL="0" marR="0" marT="0" marB="0" anchor="ctr" anchorCtr="0" horzOverflow="overflow">
                    <a:solidFill>
                      <a:schemeClr val="accent2">
                        <a:alpha val="40021"/>
                      </a:schemeClr>
                    </a:solidFill>
                  </a:tcPr>
                </a:tc>
                <a:tc>
                  <a:txBody>
                    <a:bodyPr/>
                    <a:lstStyle/>
                    <a:p>
                      <a:pPr algn="ctr">
                        <a:defRPr sz="1800">
                          <a:solidFill>
                            <a:srgbClr val="000000"/>
                          </a:solidFill>
                        </a:defRPr>
                      </a:pPr>
                      <a:r>
                        <a:rPr>
                          <a:solidFill>
                            <a:srgbClr val="5A6065"/>
                          </a:solidFill>
                        </a:rPr>
                        <a:t>Large model training, multi-GPU jobs</a:t>
                      </a:r>
                    </a:p>
                  </a:txBody>
                  <a:tcPr marL="0" marR="0" marT="0" marB="0" anchor="ctr" anchorCtr="0" horzOverflow="overflow">
                    <a:solidFill>
                      <a:schemeClr val="accent2">
                        <a:alpha val="40021"/>
                      </a:schemeClr>
                    </a:solidFill>
                  </a:tcPr>
                </a:tc>
              </a:tr>
              <a:tr h="571500">
                <a:tc>
                  <a:txBody>
                    <a:bodyPr/>
                    <a:lstStyle/>
                    <a:p>
                      <a:pPr algn="ctr">
                        <a:defRPr b="0" sz="1800">
                          <a:solidFill>
                            <a:srgbClr val="000000"/>
                          </a:solidFill>
                        </a:defRPr>
                      </a:pPr>
                      <a:r>
                        <a:rPr b="1">
                          <a:solidFill>
                            <a:srgbClr val="FFFFFF"/>
                          </a:solidFill>
                        </a:rPr>
                        <a:t>A30</a:t>
                      </a:r>
                    </a:p>
                  </a:txBody>
                  <a:tcPr marL="0" marR="0" marT="0" marB="0" anchor="ctr" anchorCtr="0" horzOverflow="overflow">
                    <a:solidFill>
                      <a:schemeClr val="accent2"/>
                    </a:solidFill>
                  </a:tcPr>
                </a:tc>
                <a:tc>
                  <a:txBody>
                    <a:bodyPr/>
                    <a:lstStyle/>
                    <a:p>
                      <a:pPr algn="ctr">
                        <a:defRPr sz="1800">
                          <a:solidFill>
                            <a:srgbClr val="000000"/>
                          </a:solidFill>
                        </a:defRPr>
                      </a:pPr>
                      <a:r>
                        <a:rPr b="1">
                          <a:solidFill>
                            <a:srgbClr val="5A6065"/>
                          </a:solidFill>
                        </a:rPr>
                        <a:t>40</a:t>
                      </a:r>
                    </a:p>
                  </a:txBody>
                  <a:tcPr marL="0" marR="0" marT="0" marB="0" anchor="ctr" anchorCtr="0" horzOverflow="overflow"/>
                </a:tc>
                <a:tc>
                  <a:txBody>
                    <a:bodyPr/>
                    <a:lstStyle/>
                    <a:p>
                      <a:pPr algn="ctr">
                        <a:defRPr sz="1800">
                          <a:solidFill>
                            <a:srgbClr val="000000"/>
                          </a:solidFill>
                        </a:defRPr>
                      </a:pPr>
                      <a:r>
                        <a:rPr b="1">
                          <a:solidFill>
                            <a:srgbClr val="5A6065"/>
                          </a:solidFill>
                        </a:rPr>
                        <a:t>24 GB</a:t>
                      </a:r>
                    </a:p>
                  </a:txBody>
                  <a:tcPr marL="0" marR="0" marT="0" marB="0" anchor="ctr" anchorCtr="0" horzOverflow="overflow"/>
                </a:tc>
                <a:tc>
                  <a:txBody>
                    <a:bodyPr/>
                    <a:lstStyle/>
                    <a:p>
                      <a:pPr algn="ctr">
                        <a:defRPr sz="1800">
                          <a:solidFill>
                            <a:srgbClr val="000000"/>
                          </a:solidFill>
                        </a:defRPr>
                      </a:pPr>
                      <a:r>
                        <a:rPr>
                          <a:solidFill>
                            <a:srgbClr val="5A6065"/>
                          </a:solidFill>
                        </a:rPr>
                        <a:t>Inference, smaller training,  interactive queues</a:t>
                      </a:r>
                    </a:p>
                  </a:txBody>
                  <a:tcPr marL="0" marR="0" marT="0" marB="0" anchor="ctr" anchorCtr="0" horzOverflow="overflow"/>
                </a:tc>
              </a:tr>
              <a:tr h="571500">
                <a:tc>
                  <a:txBody>
                    <a:bodyPr/>
                    <a:lstStyle/>
                    <a:p>
                      <a:pPr algn="ctr">
                        <a:defRPr b="0" sz="1800">
                          <a:solidFill>
                            <a:srgbClr val="000000"/>
                          </a:solidFill>
                        </a:defRPr>
                      </a:pPr>
                      <a:r>
                        <a:rPr b="1">
                          <a:solidFill>
                            <a:srgbClr val="FFFFFF"/>
                          </a:solidFill>
                        </a:rPr>
                        <a:t>L40s</a:t>
                      </a:r>
                    </a:p>
                  </a:txBody>
                  <a:tcPr marL="0" marR="0" marT="0" marB="0" anchor="ctr" anchorCtr="0" horzOverflow="overflow">
                    <a:solidFill>
                      <a:schemeClr val="accent2"/>
                    </a:solidFill>
                  </a:tcPr>
                </a:tc>
                <a:tc>
                  <a:txBody>
                    <a:bodyPr/>
                    <a:lstStyle/>
                    <a:p>
                      <a:pPr algn="ctr">
                        <a:defRPr sz="1800">
                          <a:solidFill>
                            <a:srgbClr val="000000"/>
                          </a:solidFill>
                        </a:defRPr>
                      </a:pPr>
                      <a:r>
                        <a:rPr b="1">
                          <a:solidFill>
                            <a:srgbClr val="5A6065"/>
                          </a:solidFill>
                        </a:rPr>
                        <a:t>8</a:t>
                      </a:r>
                    </a:p>
                  </a:txBody>
                  <a:tcPr marL="0" marR="0" marT="0" marB="0" anchor="ctr" anchorCtr="0" horzOverflow="overflow">
                    <a:solidFill>
                      <a:schemeClr val="accent2">
                        <a:alpha val="40021"/>
                      </a:schemeClr>
                    </a:solidFill>
                  </a:tcPr>
                </a:tc>
                <a:tc>
                  <a:txBody>
                    <a:bodyPr/>
                    <a:lstStyle/>
                    <a:p>
                      <a:pPr algn="ctr">
                        <a:defRPr sz="1800">
                          <a:solidFill>
                            <a:srgbClr val="000000"/>
                          </a:solidFill>
                        </a:defRPr>
                      </a:pPr>
                      <a:r>
                        <a:rPr b="1">
                          <a:solidFill>
                            <a:srgbClr val="5A6065"/>
                          </a:solidFill>
                        </a:rPr>
                        <a:t>48 GB</a:t>
                      </a:r>
                    </a:p>
                  </a:txBody>
                  <a:tcPr marL="0" marR="0" marT="0" marB="0" anchor="ctr" anchorCtr="0" horzOverflow="overflow">
                    <a:solidFill>
                      <a:schemeClr val="accent2">
                        <a:alpha val="40021"/>
                      </a:schemeClr>
                    </a:solidFill>
                  </a:tcPr>
                </a:tc>
                <a:tc>
                  <a:txBody>
                    <a:bodyPr/>
                    <a:lstStyle/>
                    <a:p>
                      <a:pPr algn="ctr">
                        <a:defRPr sz="1800">
                          <a:solidFill>
                            <a:srgbClr val="000000"/>
                          </a:solidFill>
                        </a:defRPr>
                      </a:pPr>
                      <a:r>
                        <a:rPr>
                          <a:solidFill>
                            <a:srgbClr val="5A6065"/>
                          </a:solidFill>
                        </a:rPr>
                        <a:t>Mixed workloads</a:t>
                      </a:r>
                    </a:p>
                  </a:txBody>
                  <a:tcPr marL="0" marR="0" marT="0" marB="0" anchor="ctr" anchorCtr="0" horzOverflow="overflow">
                    <a:solidFill>
                      <a:schemeClr val="accent2">
                        <a:alpha val="40021"/>
                      </a:schemeClr>
                    </a:solidFill>
                  </a:tcPr>
                </a:tc>
              </a:tr>
              <a:tr h="571500">
                <a:tc>
                  <a:txBody>
                    <a:bodyPr/>
                    <a:lstStyle/>
                    <a:p>
                      <a:pPr algn="ctr">
                        <a:defRPr b="0" sz="1800">
                          <a:solidFill>
                            <a:srgbClr val="000000"/>
                          </a:solidFill>
                        </a:defRPr>
                      </a:pPr>
                      <a:r>
                        <a:rPr b="1">
                          <a:solidFill>
                            <a:srgbClr val="FFFFFF"/>
                          </a:solidFill>
                        </a:rPr>
                        <a:t>L40</a:t>
                      </a:r>
                    </a:p>
                  </a:txBody>
                  <a:tcPr marL="0" marR="0" marT="0" marB="0" anchor="ctr" anchorCtr="0" horzOverflow="overflow">
                    <a:solidFill>
                      <a:schemeClr val="accent2"/>
                    </a:solidFill>
                  </a:tcPr>
                </a:tc>
                <a:tc>
                  <a:txBody>
                    <a:bodyPr/>
                    <a:lstStyle/>
                    <a:p>
                      <a:pPr algn="ctr">
                        <a:defRPr sz="1800">
                          <a:solidFill>
                            <a:srgbClr val="000000"/>
                          </a:solidFill>
                        </a:defRPr>
                      </a:pPr>
                      <a:r>
                        <a:rPr b="1">
                          <a:solidFill>
                            <a:srgbClr val="5A6065"/>
                          </a:solidFill>
                        </a:rPr>
                        <a:t>2</a:t>
                      </a:r>
                    </a:p>
                  </a:txBody>
                  <a:tcPr marL="0" marR="0" marT="0" marB="0" anchor="ctr" anchorCtr="0" horzOverflow="overflow"/>
                </a:tc>
                <a:tc>
                  <a:txBody>
                    <a:bodyPr/>
                    <a:lstStyle/>
                    <a:p>
                      <a:pPr algn="ctr">
                        <a:defRPr sz="1800">
                          <a:solidFill>
                            <a:srgbClr val="000000"/>
                          </a:solidFill>
                        </a:defRPr>
                      </a:pPr>
                      <a:r>
                        <a:rPr b="1">
                          <a:solidFill>
                            <a:srgbClr val="5A6065"/>
                          </a:solidFill>
                        </a:rPr>
                        <a:t>48 GB</a:t>
                      </a:r>
                    </a:p>
                  </a:txBody>
                  <a:tcPr marL="0" marR="0" marT="0" marB="0" anchor="ctr" anchorCtr="0" horzOverflow="overflow"/>
                </a:tc>
                <a:tc>
                  <a:txBody>
                    <a:bodyPr/>
                    <a:lstStyle/>
                    <a:p>
                      <a:pPr algn="ctr">
                        <a:defRPr sz="1800">
                          <a:solidFill>
                            <a:srgbClr val="000000"/>
                          </a:solidFill>
                        </a:defRPr>
                      </a:pPr>
                      <a:r>
                        <a:rPr>
                          <a:solidFill>
                            <a:srgbClr val="5A6065"/>
                          </a:solidFill>
                        </a:rPr>
                        <a:t>Mixed workloads (ARM server)</a:t>
                      </a:r>
                    </a:p>
                  </a:txBody>
                  <a:tcPr marL="0" marR="0" marT="0" marB="0" anchor="ctr" anchorCtr="0" horzOverflow="overflow"/>
                </a:tc>
              </a:tr>
            </a:tbl>
          </a:graphicData>
        </a:graphic>
      </p:graphicFrame>
      <p:sp>
        <p:nvSpPr>
          <p:cNvPr id="1322" name="Note: pot-hpi-aisc-interactive runs on A30s, pot-hpi-aisc-batch runs mainly on H100s."/>
          <p:cNvSpPr txBox="1"/>
          <p:nvPr/>
        </p:nvSpPr>
        <p:spPr>
          <a:xfrm>
            <a:off x="3213100" y="4152900"/>
            <a:ext cx="5852738" cy="69154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defRPr b="1">
                <a:solidFill>
                  <a:schemeClr val="accent1"/>
                </a:solidFill>
              </a:defRPr>
            </a:pPr>
            <a:r>
              <a:rPr>
                <a:solidFill>
                  <a:srgbClr val="535353"/>
                </a:solidFill>
              </a:rPr>
              <a:t>Note:</a:t>
            </a:r>
            <a:r>
              <a:t> </a:t>
            </a:r>
            <a:r>
              <a:rPr>
                <a:latin typeface="Courier New"/>
                <a:ea typeface="Courier New"/>
                <a:cs typeface="Courier New"/>
                <a:sym typeface="Courier New"/>
              </a:rPr>
              <a:t>pot-hpi-aisc-interactive</a:t>
            </a:r>
            <a:r>
              <a:rPr b="0">
                <a:solidFill>
                  <a:srgbClr val="535353"/>
                </a:solidFill>
              </a:rPr>
              <a:t> runs on A30s,</a:t>
            </a:r>
            <a:br>
              <a:rPr b="0">
                <a:solidFill>
                  <a:srgbClr val="535353"/>
                </a:solidFill>
              </a:rPr>
            </a:br>
            <a:r>
              <a:rPr>
                <a:latin typeface="Courier New"/>
                <a:ea typeface="Courier New"/>
                <a:cs typeface="Courier New"/>
                <a:sym typeface="Courier New"/>
              </a:rPr>
              <a:t>pot-hpi-aisc-batch</a:t>
            </a:r>
            <a:r>
              <a:rPr b="0">
                <a:solidFill>
                  <a:srgbClr val="535353"/>
                </a:solidFill>
              </a:rPr>
              <a:t> runs mainly on H100s.</a:t>
            </a:r>
          </a:p>
        </p:txBody>
      </p:sp>
      <p:sp>
        <p:nvSpPr>
          <p:cNvPr id="1323" name="Rounded Rectangle"/>
          <p:cNvSpPr/>
          <p:nvPr/>
        </p:nvSpPr>
        <p:spPr>
          <a:xfrm>
            <a:off x="3212789" y="4841776"/>
            <a:ext cx="6678975" cy="1754982"/>
          </a:xfrm>
          <a:prstGeom prst="roundRect">
            <a:avLst>
              <a:gd name="adj" fmla="val 3178"/>
            </a:avLst>
          </a:prstGeom>
          <a:solidFill>
            <a:schemeClr val="accent2">
              <a:alpha val="40000"/>
            </a:schemeClr>
          </a:solidFill>
          <a:ln w="12700">
            <a:miter lim="400000"/>
          </a:ln>
        </p:spPr>
        <p:txBody>
          <a:bodyPr lIns="45719" rIns="45719" anchor="ctr"/>
          <a:lstStyle/>
          <a:p>
            <a:pPr/>
          </a:p>
        </p:txBody>
      </p:sp>
      <p:sp>
        <p:nvSpPr>
          <p:cNvPr id="1324" name="H100 Nodes (gx07-gx14)"/>
          <p:cNvSpPr txBox="1"/>
          <p:nvPr/>
        </p:nvSpPr>
        <p:spPr>
          <a:xfrm>
            <a:off x="3245302" y="4832057"/>
            <a:ext cx="3370956" cy="370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535353"/>
                </a:solidFill>
              </a:defRPr>
            </a:lvl1pPr>
          </a:lstStyle>
          <a:p>
            <a:pPr/>
            <a:r>
              <a:t>H100 Nodes (gx07-gx14)</a:t>
            </a:r>
          </a:p>
        </p:txBody>
      </p:sp>
      <p:sp>
        <p:nvSpPr>
          <p:cNvPr id="1325" name="2x Intel Xeon 8480C, 112 cores / 224 threads…"/>
          <p:cNvSpPr txBox="1"/>
          <p:nvPr/>
        </p:nvSpPr>
        <p:spPr>
          <a:xfrm>
            <a:off x="3389391" y="5205854"/>
            <a:ext cx="6325771" cy="1209264"/>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marL="180473" indent="-180473">
              <a:buSzPct val="100000"/>
              <a:buChar char="•"/>
              <a:defRPr>
                <a:solidFill>
                  <a:srgbClr val="535353"/>
                </a:solidFill>
              </a:defRPr>
            </a:pPr>
            <a:r>
              <a:t>2x Intel Xeon 8480C, 112 cores / 224 threads</a:t>
            </a:r>
          </a:p>
          <a:p>
            <a:pPr marL="180473" indent="-180473">
              <a:buSzPct val="100000"/>
              <a:buChar char="•"/>
              <a:defRPr>
                <a:solidFill>
                  <a:srgbClr val="535353"/>
                </a:solidFill>
              </a:defRPr>
            </a:pPr>
            <a:r>
              <a:t>~2 TB RAM </a:t>
            </a:r>
            <a:r>
              <a:rPr b="1"/>
              <a:t>·</a:t>
            </a:r>
            <a:r>
              <a:t> 8x H100 80 GB per node </a:t>
            </a:r>
            <a:r>
              <a:rPr b="1"/>
              <a:t>· </a:t>
            </a:r>
            <a:r>
              <a:t>28 TB NVMe</a:t>
            </a:r>
          </a:p>
          <a:p>
            <a:pPr marL="180473" indent="-180473">
              <a:buSzPct val="100000"/>
              <a:buChar char="•"/>
              <a:defRPr>
                <a:solidFill>
                  <a:srgbClr val="535353"/>
                </a:solidFill>
              </a:defRPr>
            </a:pPr>
            <a:r>
              <a:t>NDR InfiniBand + 100G Ethernet</a:t>
            </a:r>
            <a:br/>
            <a:r>
              <a:t>→ 14 CPU cores and ~256 GB RAM per GPU</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chemeClr val="accent2"/>
        </a:solidFill>
      </p:bgPr>
    </p:bg>
    <p:spTree>
      <p:nvGrpSpPr>
        <p:cNvPr id="1" name=""/>
        <p:cNvGrpSpPr/>
        <p:nvPr/>
      </p:nvGrpSpPr>
      <p:grpSpPr>
        <a:xfrm>
          <a:off x="0" y="0"/>
          <a:ext cx="0" cy="0"/>
          <a:chOff x="0" y="0"/>
          <a:chExt cx="0" cy="0"/>
        </a:xfrm>
      </p:grpSpPr>
      <p:sp>
        <p:nvSpPr>
          <p:cNvPr id="1327" name="Textplatzhalter 6"/>
          <p:cNvSpPr txBox="1"/>
          <p:nvPr>
            <p:ph type="body" sz="half" idx="1"/>
          </p:nvPr>
        </p:nvSpPr>
        <p:spPr>
          <a:xfrm>
            <a:off x="660820" y="1105199"/>
            <a:ext cx="5197012" cy="5166998"/>
          </a:xfrm>
          <a:prstGeom prst="rect">
            <a:avLst/>
          </a:prstGeom>
        </p:spPr>
        <p:txBody>
          <a:bodyPr/>
          <a:lstStyle/>
          <a:p>
            <a:pPr>
              <a:lnSpc>
                <a:spcPct val="100000"/>
              </a:lnSpc>
              <a:defRPr b="1"/>
            </a:pPr>
            <a:r>
              <a:t>Clone the repository</a:t>
            </a:r>
          </a:p>
          <a:p>
            <a:pPr>
              <a:lnSpc>
                <a:spcPct val="100000"/>
              </a:lnSpc>
              <a:defRPr b="1" spc="-7" sz="1800"/>
            </a:pPr>
            <a:r>
              <a:t>github.com/aihpi/workshop-slurm</a:t>
            </a:r>
          </a:p>
        </p:txBody>
      </p:sp>
      <p:pic>
        <p:nvPicPr>
          <p:cNvPr id="1328" name="Screenshot 2026-04-20 at 17.35.10.png" descr="Screenshot 2026-04-20 at 17.35.10.png"/>
          <p:cNvPicPr>
            <a:picLocks noChangeAspect="1"/>
          </p:cNvPicPr>
          <p:nvPr/>
        </p:nvPicPr>
        <p:blipFill>
          <a:blip r:embed="rId2">
            <a:extLst/>
          </a:blip>
          <a:stretch>
            <a:fillRect/>
          </a:stretch>
        </p:blipFill>
        <p:spPr>
          <a:xfrm>
            <a:off x="6405753" y="74000"/>
            <a:ext cx="5580885" cy="6710000"/>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chemeClr val="accent1"/>
        </a:solidFill>
      </p:bgPr>
    </p:bg>
    <p:spTree>
      <p:nvGrpSpPr>
        <p:cNvPr id="1" name=""/>
        <p:cNvGrpSpPr/>
        <p:nvPr/>
      </p:nvGrpSpPr>
      <p:grpSpPr>
        <a:xfrm>
          <a:off x="0" y="0"/>
          <a:ext cx="0" cy="0"/>
          <a:chOff x="0" y="0"/>
          <a:chExt cx="0" cy="0"/>
        </a:xfrm>
      </p:grpSpPr>
      <p:sp>
        <p:nvSpPr>
          <p:cNvPr id="1330" name="SBATCH Jobs…"/>
          <p:cNvSpPr txBox="1"/>
          <p:nvPr>
            <p:ph type="title"/>
          </p:nvPr>
        </p:nvSpPr>
        <p:spPr>
          <a:xfrm>
            <a:off x="1232489" y="1063969"/>
            <a:ext cx="7802934" cy="2382806"/>
          </a:xfrm>
          <a:prstGeom prst="rect">
            <a:avLst/>
          </a:prstGeom>
        </p:spPr>
        <p:txBody>
          <a:bodyPr/>
          <a:lstStyle/>
          <a:p>
            <a:pPr>
              <a:lnSpc>
                <a:spcPct val="100000"/>
              </a:lnSpc>
              <a:spcBef>
                <a:spcPts val="3000"/>
              </a:spcBef>
              <a:defRPr b="1" spc="-13" sz="3200"/>
            </a:pPr>
            <a:r>
              <a:t>SBATCH Jobs</a:t>
            </a:r>
          </a:p>
          <a:p>
            <a:pPr>
              <a:lnSpc>
                <a:spcPct val="100000"/>
              </a:lnSpc>
              <a:spcBef>
                <a:spcPts val="3000"/>
              </a:spcBef>
              <a:defRPr b="1" spc="-10"/>
            </a:pPr>
            <a:r>
              <a:t>Submit jobs via scripts.</a:t>
            </a:r>
            <a:br/>
            <a:r>
              <a:t>Follow along!</a:t>
            </a:r>
          </a:p>
        </p:txBody>
      </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32" name="Freeform 4"/>
          <p:cNvSpPr/>
          <p:nvPr/>
        </p:nvSpPr>
        <p:spPr>
          <a:xfrm>
            <a:off x="7874000" y="3650369"/>
            <a:ext cx="1901479" cy="3073401"/>
          </a:xfrm>
          <a:prstGeom prst="rect">
            <a:avLst/>
          </a:prstGeom>
          <a:blipFill>
            <a:blip r:embed="rId2"/>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sp>
        <p:nvSpPr>
          <p:cNvPr id="1333" name="TextBox 8"/>
          <p:cNvSpPr txBox="1"/>
          <p:nvPr/>
        </p:nvSpPr>
        <p:spPr>
          <a:xfrm>
            <a:off x="685799" y="711339"/>
            <a:ext cx="2063801" cy="9293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609600">
              <a:lnSpc>
                <a:spcPts val="3700"/>
              </a:lnSpc>
              <a:defRPr sz="2600" u="sng">
                <a:solidFill>
                  <a:srgbClr val="DC640D"/>
                </a:solidFill>
                <a:latin typeface="Codec Pro Bold"/>
                <a:ea typeface="Codec Pro Bold"/>
                <a:cs typeface="Codec Pro Bold"/>
                <a:sym typeface="Codec Pro Bold"/>
              </a:defRPr>
            </a:pPr>
            <a:r>
              <a:t>kisz@hpi.de</a:t>
            </a:r>
            <a:r>
              <a:rPr u="none"/>
              <a:t>    </a:t>
            </a:r>
            <a:r>
              <a:t>hpi.de/kisz</a:t>
            </a:r>
          </a:p>
        </p:txBody>
      </p:sp>
      <p:pic>
        <p:nvPicPr>
          <p:cNvPr id="1334" name="Graphic 11" descr="Graphic 11"/>
          <p:cNvPicPr>
            <a:picLocks noChangeAspect="1"/>
          </p:cNvPicPr>
          <p:nvPr/>
        </p:nvPicPr>
        <p:blipFill>
          <a:blip r:embed="rId3">
            <a:extLst/>
          </a:blip>
          <a:stretch>
            <a:fillRect/>
          </a:stretch>
        </p:blipFill>
        <p:spPr>
          <a:xfrm>
            <a:off x="3810000" y="2589430"/>
            <a:ext cx="2474741" cy="2474741"/>
          </a:xfrm>
          <a:prstGeom prst="rect">
            <a:avLst/>
          </a:prstGeom>
          <a:ln w="12700">
            <a:miter lim="400000"/>
          </a:ln>
        </p:spPr>
      </p:pic>
      <p:sp>
        <p:nvSpPr>
          <p:cNvPr id="1335" name="TextBox 6"/>
          <p:cNvSpPr txBox="1"/>
          <p:nvPr/>
        </p:nvSpPr>
        <p:spPr>
          <a:xfrm>
            <a:off x="3840479" y="1684911"/>
            <a:ext cx="2413781" cy="826285"/>
          </a:xfrm>
          <a:prstGeom prst="rect">
            <a:avLst/>
          </a:prstGeom>
          <a:ln w="12700">
            <a:miter lim="400000"/>
          </a:ln>
          <a:extLst>
            <a:ext uri="{C572A759-6A51-4108-AA02-DFA0A04FC94B}">
              <ma14:wrappingTextBoxFlag xmlns:ma14="http://schemas.microsoft.com/office/mac/drawingml/2011/main" val="1"/>
            </a:ext>
          </a:extLst>
        </p:spPr>
        <p:txBody>
          <a:bodyPr lIns="30479" tIns="30479" rIns="30479" bIns="30479">
            <a:spAutoFit/>
          </a:bodyPr>
          <a:lstStyle>
            <a:lvl1pPr algn="ctr" defTabSz="609600">
              <a:defRPr sz="2600">
                <a:solidFill>
                  <a:srgbClr val="000000"/>
                </a:solidFill>
                <a:latin typeface="+mj-lt"/>
                <a:ea typeface="+mj-ea"/>
                <a:cs typeface="+mj-cs"/>
                <a:sym typeface="Calibri"/>
              </a:defRPr>
            </a:lvl1pPr>
          </a:lstStyle>
          <a:p>
            <a:pPr/>
            <a:r>
              <a:t>Ihre Meinung ist uns wichtig!</a:t>
            </a:r>
          </a:p>
        </p:txBody>
      </p:sp>
      <p:sp>
        <p:nvSpPr>
          <p:cNvPr id="1336" name="TextBox 9"/>
          <p:cNvSpPr txBox="1"/>
          <p:nvPr/>
        </p:nvSpPr>
        <p:spPr>
          <a:xfrm>
            <a:off x="3840479" y="5064169"/>
            <a:ext cx="2413781" cy="217826"/>
          </a:xfrm>
          <a:prstGeom prst="rect">
            <a:avLst/>
          </a:prstGeom>
          <a:ln w="12700">
            <a:miter lim="400000"/>
          </a:ln>
          <a:extLst>
            <a:ext uri="{C572A759-6A51-4108-AA02-DFA0A04FC94B}">
              <ma14:wrappingTextBoxFlag xmlns:ma14="http://schemas.microsoft.com/office/mac/drawingml/2011/main" val="1"/>
            </a:ext>
          </a:extLst>
        </p:spPr>
        <p:txBody>
          <a:bodyPr lIns="30479" tIns="30479" rIns="30479" bIns="30479">
            <a:spAutoFit/>
          </a:bodyPr>
          <a:lstStyle>
            <a:lvl1pPr defTabSz="609600">
              <a:defRPr sz="1200">
                <a:solidFill>
                  <a:srgbClr val="000000"/>
                </a:solidFill>
                <a:latin typeface="+mj-lt"/>
                <a:ea typeface="+mj-ea"/>
                <a:cs typeface="+mj-cs"/>
                <a:sym typeface="Calibri"/>
              </a:defRPr>
            </a:lvl1pPr>
          </a:lstStyle>
          <a:p>
            <a:pPr/>
            <a:r>
              <a:t>QR-Code zum Feedback-Formular</a:t>
            </a:r>
          </a:p>
        </p:txBody>
      </p:sp>
      <p:sp>
        <p:nvSpPr>
          <p:cNvPr id="1337" name="Freeform 5"/>
          <p:cNvSpPr/>
          <p:nvPr/>
        </p:nvSpPr>
        <p:spPr>
          <a:xfrm>
            <a:off x="10087640" y="423064"/>
            <a:ext cx="1580342" cy="558932"/>
          </a:xfrm>
          <a:prstGeom prst="rect">
            <a:avLst/>
          </a:prstGeom>
          <a:blipFill>
            <a:blip r:embed="rId4"/>
            <a:stretch>
              <a:fillRect/>
            </a:stretch>
          </a:blipFill>
          <a:ln w="12700">
            <a:miter lim="400000"/>
          </a:ln>
        </p:spPr>
        <p:txBody>
          <a:bodyPr lIns="30479" tIns="30479" rIns="30479" bIns="30479"/>
          <a:lstStyle/>
          <a:p>
            <a:pPr defTabSz="609600">
              <a:defRPr sz="1200">
                <a:solidFill>
                  <a:srgbClr val="000000"/>
                </a:solidFill>
                <a:latin typeface="+mj-lt"/>
                <a:ea typeface="+mj-ea"/>
                <a:cs typeface="+mj-cs"/>
                <a:sym typeface="Calibri"/>
              </a:defRPr>
            </a:pPr>
          </a:p>
        </p:txBody>
      </p:sp>
      <p:pic>
        <p:nvPicPr>
          <p:cNvPr id="1338" name="Picture 4" descr="Picture 4"/>
          <p:cNvPicPr>
            <a:picLocks noChangeAspect="1"/>
          </p:cNvPicPr>
          <p:nvPr/>
        </p:nvPicPr>
        <p:blipFill>
          <a:blip r:embed="rId5">
            <a:extLst/>
          </a:blip>
          <a:stretch>
            <a:fillRect/>
          </a:stretch>
        </p:blipFill>
        <p:spPr>
          <a:xfrm>
            <a:off x="9832023" y="1018337"/>
            <a:ext cx="2091576" cy="1397666"/>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HPI">
  <a:themeElements>
    <a:clrScheme name="HPI">
      <a:dk1>
        <a:srgbClr val="5A6065"/>
      </a:dk1>
      <a:lt1>
        <a:srgbClr val="FFFFFF"/>
      </a:lt1>
      <a:dk2>
        <a:srgbClr val="A7A7A7"/>
      </a:dk2>
      <a:lt2>
        <a:srgbClr val="535353"/>
      </a:lt2>
      <a:accent1>
        <a:srgbClr val="B1063A"/>
      </a:accent1>
      <a:accent2>
        <a:srgbClr val="DD6108"/>
      </a:accent2>
      <a:accent3>
        <a:srgbClr val="F6A800"/>
      </a:accent3>
      <a:accent4>
        <a:srgbClr val="DDDFE0"/>
      </a:accent4>
      <a:accent5>
        <a:srgbClr val="ABAFB2"/>
      </a:accent5>
      <a:accent6>
        <a:srgbClr val="8B9094"/>
      </a:accent6>
      <a:hlink>
        <a:srgbClr val="0000FF"/>
      </a:hlink>
      <a:folHlink>
        <a:srgbClr val="FF00FF"/>
      </a:folHlink>
    </a:clrScheme>
    <a:fontScheme name="HPI">
      <a:majorFont>
        <a:latin typeface="Calibri"/>
        <a:ea typeface="Calibri"/>
        <a:cs typeface="Calibri"/>
      </a:majorFont>
      <a:minorFont>
        <a:latin typeface="Helvetica"/>
        <a:ea typeface="Helvetica"/>
        <a:cs typeface="Helvetica"/>
      </a:minorFont>
    </a:fontScheme>
    <a:fmtScheme name="HPI">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5A6065"/>
            </a:solidFill>
            <a:effectLst/>
            <a:uFillTx/>
            <a:latin typeface="Verdana"/>
            <a:ea typeface="Verdana"/>
            <a:cs typeface="Verdana"/>
            <a:sym typeface="Verdan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5A6065"/>
            </a:solidFill>
            <a:effectLst/>
            <a:uFillTx/>
            <a:latin typeface="Verdana"/>
            <a:ea typeface="Verdana"/>
            <a:cs typeface="Verdana"/>
            <a:sym typeface="Verdan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HPI">
  <a:themeElements>
    <a:clrScheme name="HPI">
      <a:dk1>
        <a:srgbClr val="000000"/>
      </a:dk1>
      <a:lt1>
        <a:srgbClr val="FFFFFF"/>
      </a:lt1>
      <a:dk2>
        <a:srgbClr val="A7A7A7"/>
      </a:dk2>
      <a:lt2>
        <a:srgbClr val="535353"/>
      </a:lt2>
      <a:accent1>
        <a:srgbClr val="B1063A"/>
      </a:accent1>
      <a:accent2>
        <a:srgbClr val="DD6108"/>
      </a:accent2>
      <a:accent3>
        <a:srgbClr val="F6A800"/>
      </a:accent3>
      <a:accent4>
        <a:srgbClr val="DDDFE0"/>
      </a:accent4>
      <a:accent5>
        <a:srgbClr val="ABAFB2"/>
      </a:accent5>
      <a:accent6>
        <a:srgbClr val="8B9094"/>
      </a:accent6>
      <a:hlink>
        <a:srgbClr val="0000FF"/>
      </a:hlink>
      <a:folHlink>
        <a:srgbClr val="FF00FF"/>
      </a:folHlink>
    </a:clrScheme>
    <a:fontScheme name="HPI">
      <a:majorFont>
        <a:latin typeface="Calibri"/>
        <a:ea typeface="Calibri"/>
        <a:cs typeface="Calibri"/>
      </a:majorFont>
      <a:minorFont>
        <a:latin typeface="Helvetica"/>
        <a:ea typeface="Helvetica"/>
        <a:cs typeface="Helvetica"/>
      </a:minorFont>
    </a:fontScheme>
    <a:fmtScheme name="HPI">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5A6065"/>
            </a:solidFill>
            <a:effectLst/>
            <a:uFillTx/>
            <a:latin typeface="Verdana"/>
            <a:ea typeface="Verdana"/>
            <a:cs typeface="Verdana"/>
            <a:sym typeface="Verdan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5A6065"/>
            </a:solidFill>
            <a:effectLst/>
            <a:uFillTx/>
            <a:latin typeface="Verdana"/>
            <a:ea typeface="Verdana"/>
            <a:cs typeface="Verdana"/>
            <a:sym typeface="Verdan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